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8" r:id="rId5"/>
    <p:sldMasterId id="214748367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y="5143500" cx="9144000"/>
  <p:notesSz cx="6858000" cy="9144000"/>
  <p:embeddedFontLst>
    <p:embeddedFont>
      <p:font typeface="Alexandria Medium"/>
      <p:regular r:id="rId47"/>
      <p:bold r:id="rId48"/>
    </p:embeddedFont>
    <p:embeddedFont>
      <p:font typeface="Sofia Sans"/>
      <p:regular r:id="rId49"/>
      <p:bold r:id="rId50"/>
      <p:italic r:id="rId51"/>
      <p:boldItalic r:id="rId52"/>
    </p:embeddedFont>
    <p:embeddedFont>
      <p:font typeface="Sofia Sans ExtraBold"/>
      <p:bold r:id="rId53"/>
      <p:boldItalic r:id="rId54"/>
    </p:embeddedFont>
    <p:embeddedFont>
      <p:font typeface="Epilogue SemiBold"/>
      <p:regular r:id="rId55"/>
      <p:bold r:id="rId56"/>
      <p:italic r:id="rId57"/>
      <p:boldItalic r:id="rId58"/>
    </p:embeddedFont>
    <p:embeddedFont>
      <p:font typeface="Anaheim"/>
      <p:regular r:id="rId59"/>
      <p:bold r:id="rId60"/>
    </p:embeddedFont>
    <p:embeddedFont>
      <p:font typeface="Alexandria SemiBold"/>
      <p:regular r:id="rId61"/>
      <p:bold r:id="rId62"/>
    </p:embeddedFont>
    <p:embeddedFont>
      <p:font typeface="Epilogue"/>
      <p:regular r:id="rId63"/>
      <p:bold r:id="rId64"/>
      <p:italic r:id="rId65"/>
      <p:boldItalic r:id="rId66"/>
    </p:embeddedFont>
    <p:embeddedFont>
      <p:font typeface="Alexandria"/>
      <p:regular r:id="rId67"/>
      <p:bold r:id="rId68"/>
    </p:embeddedFont>
    <p:embeddedFont>
      <p:font typeface="Open Sans"/>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AFAE98-ED0B-49CD-A44E-24DC0B78834B}">
  <a:tblStyle styleId="{30AFAE98-ED0B-49CD-A44E-24DC0B78834B}"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71712D7-3CDD-4F28-86EA-7EEB8AD346CE}"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AlexandriaMedium-bold.fntdata"/><Relationship Id="rId47" Type="http://schemas.openxmlformats.org/officeDocument/2006/relationships/font" Target="fonts/AlexandriaMedium-regular.fntdata"/><Relationship Id="rId49" Type="http://schemas.openxmlformats.org/officeDocument/2006/relationships/font" Target="fonts/SofiaSans-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2" Type="http://schemas.openxmlformats.org/officeDocument/2006/relationships/font" Target="fonts/OpenSans-bold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font" Target="fonts/OpenSans-italic.fntdata"/><Relationship Id="rId70" Type="http://schemas.openxmlformats.org/officeDocument/2006/relationships/font" Target="fonts/OpenSans-bold.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AlexandriaSemiBold-bold.fntdata"/><Relationship Id="rId61" Type="http://schemas.openxmlformats.org/officeDocument/2006/relationships/font" Target="fonts/AlexandriaSemiBold-regular.fntdata"/><Relationship Id="rId20" Type="http://schemas.openxmlformats.org/officeDocument/2006/relationships/slide" Target="slides/slide13.xml"/><Relationship Id="rId64" Type="http://schemas.openxmlformats.org/officeDocument/2006/relationships/font" Target="fonts/Epilogue-bold.fntdata"/><Relationship Id="rId63" Type="http://schemas.openxmlformats.org/officeDocument/2006/relationships/font" Target="fonts/Epilogue-regular.fntdata"/><Relationship Id="rId22" Type="http://schemas.openxmlformats.org/officeDocument/2006/relationships/slide" Target="slides/slide15.xml"/><Relationship Id="rId66" Type="http://schemas.openxmlformats.org/officeDocument/2006/relationships/font" Target="fonts/Epilogue-boldItalic.fntdata"/><Relationship Id="rId21" Type="http://schemas.openxmlformats.org/officeDocument/2006/relationships/slide" Target="slides/slide14.xml"/><Relationship Id="rId65" Type="http://schemas.openxmlformats.org/officeDocument/2006/relationships/font" Target="fonts/Epilogue-italic.fntdata"/><Relationship Id="rId24" Type="http://schemas.openxmlformats.org/officeDocument/2006/relationships/slide" Target="slides/slide17.xml"/><Relationship Id="rId68" Type="http://schemas.openxmlformats.org/officeDocument/2006/relationships/font" Target="fonts/Alexandria-bold.fntdata"/><Relationship Id="rId23" Type="http://schemas.openxmlformats.org/officeDocument/2006/relationships/slide" Target="slides/slide16.xml"/><Relationship Id="rId67" Type="http://schemas.openxmlformats.org/officeDocument/2006/relationships/font" Target="fonts/Alexandria-regular.fntdata"/><Relationship Id="rId60" Type="http://schemas.openxmlformats.org/officeDocument/2006/relationships/font" Target="fonts/Anaheim-bold.fntdata"/><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OpenSans-regular.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SofiaSans-italic.fntdata"/><Relationship Id="rId50" Type="http://schemas.openxmlformats.org/officeDocument/2006/relationships/font" Target="fonts/SofiaSans-bold.fntdata"/><Relationship Id="rId53" Type="http://schemas.openxmlformats.org/officeDocument/2006/relationships/font" Target="fonts/SofiaSansExtraBold-bold.fntdata"/><Relationship Id="rId52" Type="http://schemas.openxmlformats.org/officeDocument/2006/relationships/font" Target="fonts/SofiaSans-boldItalic.fntdata"/><Relationship Id="rId11" Type="http://schemas.openxmlformats.org/officeDocument/2006/relationships/slide" Target="slides/slide4.xml"/><Relationship Id="rId55" Type="http://schemas.openxmlformats.org/officeDocument/2006/relationships/font" Target="fonts/EpilogueSemiBold-regular.fntdata"/><Relationship Id="rId10" Type="http://schemas.openxmlformats.org/officeDocument/2006/relationships/slide" Target="slides/slide3.xml"/><Relationship Id="rId54" Type="http://schemas.openxmlformats.org/officeDocument/2006/relationships/font" Target="fonts/SofiaSansExtraBold-boldItalic.fntdata"/><Relationship Id="rId13" Type="http://schemas.openxmlformats.org/officeDocument/2006/relationships/slide" Target="slides/slide6.xml"/><Relationship Id="rId57" Type="http://schemas.openxmlformats.org/officeDocument/2006/relationships/font" Target="fonts/EpilogueSemiBold-italic.fntdata"/><Relationship Id="rId12" Type="http://schemas.openxmlformats.org/officeDocument/2006/relationships/slide" Target="slides/slide5.xml"/><Relationship Id="rId56" Type="http://schemas.openxmlformats.org/officeDocument/2006/relationships/font" Target="fonts/EpilogueSemiBold-bold.fntdata"/><Relationship Id="rId15" Type="http://schemas.openxmlformats.org/officeDocument/2006/relationships/slide" Target="slides/slide8.xml"/><Relationship Id="rId59" Type="http://schemas.openxmlformats.org/officeDocument/2006/relationships/font" Target="fonts/Anaheim-regular.fntdata"/><Relationship Id="rId14" Type="http://schemas.openxmlformats.org/officeDocument/2006/relationships/slide" Target="slides/slide7.xml"/><Relationship Id="rId58" Type="http://schemas.openxmlformats.org/officeDocument/2006/relationships/font" Target="fonts/EpilogueSemiBold-bold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b3779b4ee6_2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g3b3779b4ee6_2_2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b3779b4ee6_2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g3b3779b4ee6_2_3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b3dd7d94a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b3dd7d94a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b3779b4ee6_2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g3b3779b4ee6_2_3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b3779b4ee6_2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5" name="Google Shape;395;g3b3779b4ee6_2_3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b3779b4ee6_2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2" name="Google Shape;402;g3b3779b4ee6_2_3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b3c008996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b3c00899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b3779b4ee6_2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9" name="Google Shape;429;g3b3779b4ee6_2_3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b3779b4ee6_2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g3b3779b4ee6_2_4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b3779b4ee6_2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4" name="Google Shape;454;g3b3779b4ee6_2_4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b3779b4ee6_2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5" name="Google Shape;485;g3b3779b4ee6_2_4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b3a5866e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b3a5866e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b3779b4ee6_2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4" name="Google Shape;554;g3b3779b4ee6_2_5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b3a5866ee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b3a5866ee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b44ceb11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b44ceb11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b44ceb11a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b44ceb11a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b44ceb11a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b44ceb11a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b3dd7d94a6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b3dd7d94a6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b3dd7d94a6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b3dd7d94a6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b3dd7d94a6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b3dd7d94a6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b3eeb7a06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3b3eeb7a06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ab1f0c4612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ab1f0c4612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b3d2e58ee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3b3d2e58ee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b26991b53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b26991b53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b26aca42a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3b26aca42a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3dd7d94a6_5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b3dd7d94a6_5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b3dd7d94a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b3dd7d94a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b3dd7d94a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5" name="Google Shape;675;g3b3dd7d94a6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b3dd7d94a6_2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b3dd7d94a6_2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b3dd7d94a6_5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b3dd7d94a6_5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b3dd7d94a6_5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9" name="Google Shape;699;g3b3dd7d94a6_5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b3779b4ee6_2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6" name="Google Shape;706;g3b3779b4ee6_2_5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b4550fc43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3b4550fc43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b3779b4ee6_2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2" name="Google Shape;722;g3b3779b4ee6_2_5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b3dd7d94a6_2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3b3dd7d94a6_2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b3dd7d94a6_2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3b3dd7d94a6_2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b3eeb7a06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3b3eeb7a06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b3eeb7a06b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b3eeb7a06b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b3779b4ee6_2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6" name="Google Shape;756;g3b3779b4ee6_2_5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54" name="Shape 54"/>
        <p:cNvGrpSpPr/>
        <p:nvPr/>
      </p:nvGrpSpPr>
      <p:grpSpPr>
        <a:xfrm>
          <a:off x="0" y="0"/>
          <a:ext cx="0" cy="0"/>
          <a:chOff x="0" y="0"/>
          <a:chExt cx="0" cy="0"/>
        </a:xfrm>
      </p:grpSpPr>
      <p:sp>
        <p:nvSpPr>
          <p:cNvPr id="55" name="Google Shape;55;p14"/>
          <p:cNvSpPr/>
          <p:nvPr/>
        </p:nvSpPr>
        <p:spPr>
          <a:xfrm>
            <a:off x="3564800" y="4736025"/>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nvGrpSpPr>
          <p:cNvPr id="56" name="Google Shape;56;p14"/>
          <p:cNvGrpSpPr/>
          <p:nvPr/>
        </p:nvGrpSpPr>
        <p:grpSpPr>
          <a:xfrm>
            <a:off x="-228259" y="147910"/>
            <a:ext cx="6768198" cy="5009100"/>
            <a:chOff x="-123013" y="147910"/>
            <a:chExt cx="6768198" cy="5009100"/>
          </a:xfrm>
        </p:grpSpPr>
        <p:sp>
          <p:nvSpPr>
            <p:cNvPr id="57" name="Google Shape;57;p14"/>
            <p:cNvSpPr/>
            <p:nvPr/>
          </p:nvSpPr>
          <p:spPr>
            <a:xfrm flipH="1" rot="10800000">
              <a:off x="-123013" y="147910"/>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58" name="Google Shape;58;p14"/>
            <p:cNvSpPr/>
            <p:nvPr/>
          </p:nvSpPr>
          <p:spPr>
            <a:xfrm>
              <a:off x="6342067" y="213016"/>
              <a:ext cx="190411" cy="157159"/>
            </a:xfrm>
            <a:custGeom>
              <a:rect b="b" l="l" r="r" t="t"/>
              <a:pathLst>
                <a:path extrusionOk="0" h="898" w="1088">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 name="Google Shape;59;p14"/>
            <p:cNvSpPr/>
            <p:nvPr/>
          </p:nvSpPr>
          <p:spPr>
            <a:xfrm>
              <a:off x="6532479" y="199015"/>
              <a:ext cx="29227" cy="182185"/>
            </a:xfrm>
            <a:custGeom>
              <a:rect b="b" l="l" r="r" t="t"/>
              <a:pathLst>
                <a:path extrusionOk="0" h="1041" w="167">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 name="Google Shape;60;p14"/>
            <p:cNvSpPr/>
            <p:nvPr/>
          </p:nvSpPr>
          <p:spPr>
            <a:xfrm>
              <a:off x="6561705" y="314522"/>
              <a:ext cx="83480" cy="25026"/>
            </a:xfrm>
            <a:custGeom>
              <a:rect b="b" l="l" r="r" t="t"/>
              <a:pathLst>
                <a:path extrusionOk="0" h="143" w="477">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cap="rnd" cmpd="sng" w="9525">
              <a:solidFill>
                <a:schemeClr val="dk1"/>
              </a:solidFill>
              <a:prstDash val="solid"/>
              <a:round/>
              <a:headEnd len="sm" w="sm" type="none"/>
              <a:tailEnd len="sm" w="sm" type="none"/>
            </a:ln>
          </p:spPr>
          <p:txBody>
            <a:bodyPr anchorCtr="1" anchor="ctr" bIns="700" lIns="95750" spcFirstLastPara="1" rIns="95750" wrap="square" tIns="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 name="Google Shape;61;p14"/>
            <p:cNvSpPr/>
            <p:nvPr/>
          </p:nvSpPr>
          <p:spPr>
            <a:xfrm>
              <a:off x="6561705" y="240668"/>
              <a:ext cx="83480" cy="25201"/>
            </a:xfrm>
            <a:custGeom>
              <a:rect b="b" l="l" r="r" t="t"/>
              <a:pathLst>
                <a:path extrusionOk="0" h="144" w="477">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cap="rnd" cmpd="sng" w="9525">
              <a:solidFill>
                <a:schemeClr val="dk1"/>
              </a:solidFill>
              <a:prstDash val="solid"/>
              <a:round/>
              <a:headEnd len="sm" w="sm" type="none"/>
              <a:tailEnd len="sm" w="sm" type="none"/>
            </a:ln>
          </p:spPr>
          <p:txBody>
            <a:bodyPr anchorCtr="1" anchor="ctr" bIns="1075" lIns="95750" spcFirstLastPara="1" rIns="95750" wrap="square" tIns="10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62" name="Google Shape;62;p14"/>
            <p:cNvCxnSpPr>
              <a:endCxn id="57" idx="3"/>
            </p:cNvCxnSpPr>
            <p:nvPr/>
          </p:nvCxnSpPr>
          <p:spPr>
            <a:xfrm rot="10800000">
              <a:off x="1053587" y="290110"/>
              <a:ext cx="5285100" cy="0"/>
            </a:xfrm>
            <a:prstGeom prst="straightConnector1">
              <a:avLst/>
            </a:prstGeom>
            <a:noFill/>
            <a:ln cap="flat" cmpd="sng" w="9525">
              <a:solidFill>
                <a:schemeClr val="dk1"/>
              </a:solidFill>
              <a:prstDash val="solid"/>
              <a:round/>
              <a:headEnd len="sm" w="sm" type="none"/>
              <a:tailEnd len="sm" w="sm" type="none"/>
            </a:ln>
          </p:spPr>
        </p:cxnSp>
        <p:cxnSp>
          <p:nvCxnSpPr>
            <p:cNvPr id="63" name="Google Shape;63;p14"/>
            <p:cNvCxnSpPr>
              <a:endCxn id="57" idx="0"/>
            </p:cNvCxnSpPr>
            <p:nvPr/>
          </p:nvCxnSpPr>
          <p:spPr>
            <a:xfrm rot="10800000">
              <a:off x="465287" y="432310"/>
              <a:ext cx="0" cy="4724700"/>
            </a:xfrm>
            <a:prstGeom prst="straightConnector1">
              <a:avLst/>
            </a:prstGeom>
            <a:noFill/>
            <a:ln cap="flat" cmpd="sng" w="9525">
              <a:solidFill>
                <a:schemeClr val="dk1"/>
              </a:solidFill>
              <a:prstDash val="solid"/>
              <a:round/>
              <a:headEnd len="sm" w="sm" type="none"/>
              <a:tailEnd len="sm" w="sm" type="none"/>
            </a:ln>
          </p:spPr>
        </p:cxnSp>
      </p:grpSp>
      <p:sp>
        <p:nvSpPr>
          <p:cNvPr id="64" name="Google Shape;64;p14"/>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5" name="Google Shape;65;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grpSp>
        <p:nvGrpSpPr>
          <p:cNvPr id="67" name="Google Shape;67;p15"/>
          <p:cNvGrpSpPr/>
          <p:nvPr/>
        </p:nvGrpSpPr>
        <p:grpSpPr>
          <a:xfrm>
            <a:off x="-940505" y="445225"/>
            <a:ext cx="10717630" cy="4405452"/>
            <a:chOff x="-940505" y="445225"/>
            <a:chExt cx="10717630" cy="4405452"/>
          </a:xfrm>
        </p:grpSpPr>
        <p:grpSp>
          <p:nvGrpSpPr>
            <p:cNvPr id="68" name="Google Shape;68;p15"/>
            <p:cNvGrpSpPr/>
            <p:nvPr/>
          </p:nvGrpSpPr>
          <p:grpSpPr>
            <a:xfrm>
              <a:off x="-940505" y="3967928"/>
              <a:ext cx="2534850" cy="882749"/>
              <a:chOff x="-96030" y="3967928"/>
              <a:chExt cx="2534850" cy="882749"/>
            </a:xfrm>
          </p:grpSpPr>
          <p:sp>
            <p:nvSpPr>
              <p:cNvPr id="69" name="Google Shape;69;p15"/>
              <p:cNvSpPr/>
              <p:nvPr/>
            </p:nvSpPr>
            <p:spPr>
              <a:xfrm>
                <a:off x="-96030" y="3967928"/>
                <a:ext cx="2231728" cy="792270"/>
              </a:xfrm>
              <a:custGeom>
                <a:rect b="b" l="l" r="r" t="t"/>
                <a:pathLst>
                  <a:path extrusionOk="0" fill="none" h="4527" w="12752">
                    <a:moveTo>
                      <a:pt x="0" y="0"/>
                    </a:moveTo>
                    <a:lnTo>
                      <a:pt x="0" y="0"/>
                    </a:lnTo>
                    <a:cubicBezTo>
                      <a:pt x="10972" y="0"/>
                      <a:pt x="10972" y="0"/>
                      <a:pt x="10972" y="0"/>
                    </a:cubicBezTo>
                    <a:cubicBezTo>
                      <a:pt x="11576" y="0"/>
                      <a:pt x="12068" y="492"/>
                      <a:pt x="12068" y="1096"/>
                    </a:cubicBezTo>
                    <a:cubicBezTo>
                      <a:pt x="12068" y="1247"/>
                      <a:pt x="12068" y="1247"/>
                      <a:pt x="12068" y="1247"/>
                    </a:cubicBezTo>
                    <a:cubicBezTo>
                      <a:pt x="12068" y="1851"/>
                      <a:pt x="11576" y="2344"/>
                      <a:pt x="10972" y="2344"/>
                    </a:cubicBezTo>
                    <a:cubicBezTo>
                      <a:pt x="2845" y="2344"/>
                      <a:pt x="2845" y="2344"/>
                      <a:pt x="2845" y="2344"/>
                    </a:cubicBezTo>
                    <a:cubicBezTo>
                      <a:pt x="2241" y="2344"/>
                      <a:pt x="1748" y="2827"/>
                      <a:pt x="1748" y="3431"/>
                    </a:cubicBezTo>
                    <a:lnTo>
                      <a:pt x="1748" y="3431"/>
                    </a:lnTo>
                    <a:cubicBezTo>
                      <a:pt x="1748" y="4043"/>
                      <a:pt x="2241" y="4527"/>
                      <a:pt x="2845" y="4527"/>
                    </a:cubicBezTo>
                    <a:cubicBezTo>
                      <a:pt x="12752" y="4527"/>
                      <a:pt x="12752" y="4527"/>
                      <a:pt x="12752" y="4527"/>
                    </a:cubicBezTo>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 name="Google Shape;70;p15"/>
              <p:cNvSpPr/>
              <p:nvPr/>
            </p:nvSpPr>
            <p:spPr>
              <a:xfrm>
                <a:off x="2135702" y="4682493"/>
                <a:ext cx="190411" cy="157159"/>
              </a:xfrm>
              <a:custGeom>
                <a:rect b="b" l="l" r="r" t="t"/>
                <a:pathLst>
                  <a:path extrusionOk="0" h="898" w="1088">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 name="Google Shape;71;p15"/>
              <p:cNvSpPr/>
              <p:nvPr/>
            </p:nvSpPr>
            <p:spPr>
              <a:xfrm>
                <a:off x="2326113" y="4668492"/>
                <a:ext cx="29227" cy="182185"/>
              </a:xfrm>
              <a:custGeom>
                <a:rect b="b" l="l" r="r" t="t"/>
                <a:pathLst>
                  <a:path extrusionOk="0" h="1041" w="167">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 name="Google Shape;72;p15"/>
              <p:cNvSpPr/>
              <p:nvPr/>
            </p:nvSpPr>
            <p:spPr>
              <a:xfrm>
                <a:off x="2355340" y="4783999"/>
                <a:ext cx="83480" cy="25026"/>
              </a:xfrm>
              <a:custGeom>
                <a:rect b="b" l="l" r="r" t="t"/>
                <a:pathLst>
                  <a:path extrusionOk="0" h="143" w="477">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cap="rnd" cmpd="sng" w="9525">
                <a:solidFill>
                  <a:schemeClr val="dk1"/>
                </a:solidFill>
                <a:prstDash val="solid"/>
                <a:round/>
                <a:headEnd len="sm" w="sm" type="none"/>
                <a:tailEnd len="sm" w="sm" type="none"/>
              </a:ln>
            </p:spPr>
            <p:txBody>
              <a:bodyPr anchorCtr="1" anchor="ctr" bIns="700" lIns="95750" spcFirstLastPara="1" rIns="95750" wrap="square" tIns="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 name="Google Shape;73;p15"/>
              <p:cNvSpPr/>
              <p:nvPr/>
            </p:nvSpPr>
            <p:spPr>
              <a:xfrm>
                <a:off x="2355340" y="4710145"/>
                <a:ext cx="83480" cy="25201"/>
              </a:xfrm>
              <a:custGeom>
                <a:rect b="b" l="l" r="r" t="t"/>
                <a:pathLst>
                  <a:path extrusionOk="0" h="144" w="477">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cap="rnd" cmpd="sng" w="9525">
                <a:solidFill>
                  <a:schemeClr val="dk1"/>
                </a:solidFill>
                <a:prstDash val="solid"/>
                <a:round/>
                <a:headEnd len="sm" w="sm" type="none"/>
                <a:tailEnd len="sm" w="sm" type="none"/>
              </a:ln>
            </p:spPr>
            <p:txBody>
              <a:bodyPr anchorCtr="1" anchor="ctr" bIns="1075" lIns="95750" spcFirstLastPara="1" rIns="95750" wrap="square" tIns="10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4" name="Google Shape;74;p15"/>
            <p:cNvSpPr/>
            <p:nvPr/>
          </p:nvSpPr>
          <p:spPr>
            <a:xfrm>
              <a:off x="8600525" y="4461800"/>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nvGrpSpPr>
            <p:cNvPr id="75" name="Google Shape;75;p15"/>
            <p:cNvGrpSpPr/>
            <p:nvPr/>
          </p:nvGrpSpPr>
          <p:grpSpPr>
            <a:xfrm>
              <a:off x="285100" y="445225"/>
              <a:ext cx="856200" cy="856200"/>
              <a:chOff x="285100" y="445225"/>
              <a:chExt cx="856200" cy="856200"/>
            </a:xfrm>
          </p:grpSpPr>
          <p:sp>
            <p:nvSpPr>
              <p:cNvPr id="76" name="Google Shape;76;p15"/>
              <p:cNvSpPr/>
              <p:nvPr/>
            </p:nvSpPr>
            <p:spPr>
              <a:xfrm>
                <a:off x="285100" y="445225"/>
                <a:ext cx="856200" cy="856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77" name="Google Shape;77;p15"/>
              <p:cNvSpPr/>
              <p:nvPr/>
            </p:nvSpPr>
            <p:spPr>
              <a:xfrm>
                <a:off x="506762" y="579382"/>
                <a:ext cx="412876" cy="587885"/>
              </a:xfrm>
              <a:custGeom>
                <a:rect b="b" l="l" r="r" t="t"/>
                <a:pathLst>
                  <a:path extrusionOk="0" h="5455" w="3831">
                    <a:moveTo>
                      <a:pt x="1959" y="30"/>
                    </a:moveTo>
                    <a:lnTo>
                      <a:pt x="1959" y="30"/>
                    </a:lnTo>
                    <a:cubicBezTo>
                      <a:pt x="13" y="3175"/>
                      <a:pt x="13" y="3175"/>
                      <a:pt x="13" y="3175"/>
                    </a:cubicBezTo>
                    <a:cubicBezTo>
                      <a:pt x="-19" y="3217"/>
                      <a:pt x="13" y="3269"/>
                      <a:pt x="65" y="3269"/>
                    </a:cubicBezTo>
                    <a:cubicBezTo>
                      <a:pt x="1606" y="3269"/>
                      <a:pt x="1606" y="3269"/>
                      <a:pt x="1606" y="3269"/>
                    </a:cubicBezTo>
                    <a:cubicBezTo>
                      <a:pt x="1638" y="3269"/>
                      <a:pt x="1669" y="3300"/>
                      <a:pt x="1669" y="3331"/>
                    </a:cubicBezTo>
                    <a:cubicBezTo>
                      <a:pt x="1669" y="5394"/>
                      <a:pt x="1669" y="5394"/>
                      <a:pt x="1669" y="5394"/>
                    </a:cubicBezTo>
                    <a:cubicBezTo>
                      <a:pt x="1669" y="5456"/>
                      <a:pt x="1742" y="5477"/>
                      <a:pt x="1773" y="5425"/>
                    </a:cubicBezTo>
                    <a:cubicBezTo>
                      <a:pt x="3824" y="2332"/>
                      <a:pt x="3824" y="2332"/>
                      <a:pt x="3824" y="2332"/>
                    </a:cubicBezTo>
                    <a:cubicBezTo>
                      <a:pt x="3845" y="2291"/>
                      <a:pt x="3814" y="2239"/>
                      <a:pt x="3772" y="2239"/>
                    </a:cubicBezTo>
                    <a:cubicBezTo>
                      <a:pt x="2126" y="2239"/>
                      <a:pt x="2126" y="2239"/>
                      <a:pt x="2126" y="2239"/>
                    </a:cubicBezTo>
                    <a:cubicBezTo>
                      <a:pt x="2095" y="2239"/>
                      <a:pt x="2074" y="2207"/>
                      <a:pt x="2074" y="2176"/>
                    </a:cubicBezTo>
                    <a:cubicBezTo>
                      <a:pt x="2064" y="61"/>
                      <a:pt x="2064" y="61"/>
                      <a:pt x="2064" y="61"/>
                    </a:cubicBezTo>
                    <a:cubicBezTo>
                      <a:pt x="2064" y="-1"/>
                      <a:pt x="1991" y="-22"/>
                      <a:pt x="1959" y="30"/>
                    </a:cubicBezTo>
                    <a:close/>
                  </a:path>
                </a:pathLst>
              </a:custGeom>
              <a:noFill/>
              <a:ln cap="flat" cmpd="sng" w="9525">
                <a:solidFill>
                  <a:schemeClr val="dk1"/>
                </a:solidFill>
                <a:prstDash val="solid"/>
                <a:miter lim="8000"/>
                <a:headEnd len="sm" w="sm" type="none"/>
                <a:tailEnd len="sm" w="sm" type="none"/>
              </a:ln>
            </p:spPr>
            <p:txBody>
              <a:bodyPr anchorCtr="1" anchor="ctr" bIns="52550" lIns="97550" spcFirstLastPara="1" rIns="97550" wrap="square" tIns="525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78" name="Google Shape;78;p15"/>
          <p:cNvGrpSpPr/>
          <p:nvPr/>
        </p:nvGrpSpPr>
        <p:grpSpPr>
          <a:xfrm>
            <a:off x="-1281900" y="-1777775"/>
            <a:ext cx="8274125" cy="8604775"/>
            <a:chOff x="-1281900" y="-1777775"/>
            <a:chExt cx="8274125" cy="8604775"/>
          </a:xfrm>
        </p:grpSpPr>
        <p:sp>
          <p:nvSpPr>
            <p:cNvPr id="79" name="Google Shape;79;p15"/>
            <p:cNvSpPr/>
            <p:nvPr/>
          </p:nvSpPr>
          <p:spPr>
            <a:xfrm>
              <a:off x="-1281900" y="-1777775"/>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80" name="Google Shape;80;p15"/>
            <p:cNvSpPr/>
            <p:nvPr/>
          </p:nvSpPr>
          <p:spPr>
            <a:xfrm>
              <a:off x="4769225" y="4604000"/>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sp>
        <p:nvSpPr>
          <p:cNvPr id="81" name="Google Shape;81;p15"/>
          <p:cNvSpPr txBox="1"/>
          <p:nvPr>
            <p:ph type="ctrTitle"/>
          </p:nvPr>
        </p:nvSpPr>
        <p:spPr>
          <a:xfrm>
            <a:off x="3330875" y="1139463"/>
            <a:ext cx="5099700" cy="226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4200"/>
              <a:buNone/>
              <a:defRPr sz="4200"/>
            </a:lvl1pPr>
            <a:lvl2pPr lvl="1" algn="ctr">
              <a:lnSpc>
                <a:spcPct val="100000"/>
              </a:lnSpc>
              <a:spcBef>
                <a:spcPts val="0"/>
              </a:spcBef>
              <a:spcAft>
                <a:spcPts val="0"/>
              </a:spcAft>
              <a:buClr>
                <a:srgbClr val="191919"/>
              </a:buClr>
              <a:buSzPts val="4200"/>
              <a:buNone/>
              <a:defRPr sz="4200">
                <a:solidFill>
                  <a:srgbClr val="191919"/>
                </a:solidFill>
              </a:defRPr>
            </a:lvl2pPr>
            <a:lvl3pPr lvl="2" algn="ctr">
              <a:lnSpc>
                <a:spcPct val="100000"/>
              </a:lnSpc>
              <a:spcBef>
                <a:spcPts val="0"/>
              </a:spcBef>
              <a:spcAft>
                <a:spcPts val="0"/>
              </a:spcAft>
              <a:buClr>
                <a:srgbClr val="191919"/>
              </a:buClr>
              <a:buSzPts val="4200"/>
              <a:buNone/>
              <a:defRPr sz="4200">
                <a:solidFill>
                  <a:srgbClr val="191919"/>
                </a:solidFill>
              </a:defRPr>
            </a:lvl3pPr>
            <a:lvl4pPr lvl="3" algn="ctr">
              <a:lnSpc>
                <a:spcPct val="100000"/>
              </a:lnSpc>
              <a:spcBef>
                <a:spcPts val="0"/>
              </a:spcBef>
              <a:spcAft>
                <a:spcPts val="0"/>
              </a:spcAft>
              <a:buClr>
                <a:srgbClr val="191919"/>
              </a:buClr>
              <a:buSzPts val="4200"/>
              <a:buNone/>
              <a:defRPr sz="4200">
                <a:solidFill>
                  <a:srgbClr val="191919"/>
                </a:solidFill>
              </a:defRPr>
            </a:lvl4pPr>
            <a:lvl5pPr lvl="4" algn="ctr">
              <a:lnSpc>
                <a:spcPct val="100000"/>
              </a:lnSpc>
              <a:spcBef>
                <a:spcPts val="0"/>
              </a:spcBef>
              <a:spcAft>
                <a:spcPts val="0"/>
              </a:spcAft>
              <a:buClr>
                <a:srgbClr val="191919"/>
              </a:buClr>
              <a:buSzPts val="4200"/>
              <a:buNone/>
              <a:defRPr sz="4200">
                <a:solidFill>
                  <a:srgbClr val="191919"/>
                </a:solidFill>
              </a:defRPr>
            </a:lvl5pPr>
            <a:lvl6pPr lvl="5" algn="ctr">
              <a:lnSpc>
                <a:spcPct val="100000"/>
              </a:lnSpc>
              <a:spcBef>
                <a:spcPts val="0"/>
              </a:spcBef>
              <a:spcAft>
                <a:spcPts val="0"/>
              </a:spcAft>
              <a:buClr>
                <a:srgbClr val="191919"/>
              </a:buClr>
              <a:buSzPts val="4200"/>
              <a:buNone/>
              <a:defRPr sz="4200">
                <a:solidFill>
                  <a:srgbClr val="191919"/>
                </a:solidFill>
              </a:defRPr>
            </a:lvl6pPr>
            <a:lvl7pPr lvl="6" algn="ctr">
              <a:lnSpc>
                <a:spcPct val="100000"/>
              </a:lnSpc>
              <a:spcBef>
                <a:spcPts val="0"/>
              </a:spcBef>
              <a:spcAft>
                <a:spcPts val="0"/>
              </a:spcAft>
              <a:buClr>
                <a:srgbClr val="191919"/>
              </a:buClr>
              <a:buSzPts val="4200"/>
              <a:buNone/>
              <a:defRPr sz="4200">
                <a:solidFill>
                  <a:srgbClr val="191919"/>
                </a:solidFill>
              </a:defRPr>
            </a:lvl7pPr>
            <a:lvl8pPr lvl="7" algn="ctr">
              <a:lnSpc>
                <a:spcPct val="100000"/>
              </a:lnSpc>
              <a:spcBef>
                <a:spcPts val="0"/>
              </a:spcBef>
              <a:spcAft>
                <a:spcPts val="0"/>
              </a:spcAft>
              <a:buClr>
                <a:srgbClr val="191919"/>
              </a:buClr>
              <a:buSzPts val="4200"/>
              <a:buNone/>
              <a:defRPr sz="4200">
                <a:solidFill>
                  <a:srgbClr val="191919"/>
                </a:solidFill>
              </a:defRPr>
            </a:lvl8pPr>
            <a:lvl9pPr lvl="8" algn="ctr">
              <a:lnSpc>
                <a:spcPct val="100000"/>
              </a:lnSpc>
              <a:spcBef>
                <a:spcPts val="0"/>
              </a:spcBef>
              <a:spcAft>
                <a:spcPts val="0"/>
              </a:spcAft>
              <a:buClr>
                <a:srgbClr val="191919"/>
              </a:buClr>
              <a:buSzPts val="4200"/>
              <a:buNone/>
              <a:defRPr sz="4200">
                <a:solidFill>
                  <a:srgbClr val="191919"/>
                </a:solidFill>
              </a:defRPr>
            </a:lvl9pPr>
          </a:lstStyle>
          <a:p/>
        </p:txBody>
      </p:sp>
      <p:sp>
        <p:nvSpPr>
          <p:cNvPr id="82" name="Google Shape;82;p15"/>
          <p:cNvSpPr txBox="1"/>
          <p:nvPr>
            <p:ph idx="1" type="subTitle"/>
          </p:nvPr>
        </p:nvSpPr>
        <p:spPr>
          <a:xfrm>
            <a:off x="3330875" y="3495488"/>
            <a:ext cx="5099700" cy="4116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l">
              <a:lnSpc>
                <a:spcPct val="115000"/>
              </a:lnSpc>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3" name="Shape 83"/>
        <p:cNvGrpSpPr/>
        <p:nvPr/>
      </p:nvGrpSpPr>
      <p:grpSpPr>
        <a:xfrm>
          <a:off x="0" y="0"/>
          <a:ext cx="0" cy="0"/>
          <a:chOff x="0" y="0"/>
          <a:chExt cx="0" cy="0"/>
        </a:xfrm>
      </p:grpSpPr>
      <p:grpSp>
        <p:nvGrpSpPr>
          <p:cNvPr id="84" name="Google Shape;84;p16"/>
          <p:cNvGrpSpPr/>
          <p:nvPr/>
        </p:nvGrpSpPr>
        <p:grpSpPr>
          <a:xfrm>
            <a:off x="8430770" y="-92922"/>
            <a:ext cx="1249730" cy="4915922"/>
            <a:chOff x="8430770" y="-92922"/>
            <a:chExt cx="1249730" cy="4915922"/>
          </a:xfrm>
        </p:grpSpPr>
        <p:grpSp>
          <p:nvGrpSpPr>
            <p:cNvPr id="85" name="Google Shape;85;p16"/>
            <p:cNvGrpSpPr/>
            <p:nvPr/>
          </p:nvGrpSpPr>
          <p:grpSpPr>
            <a:xfrm rot="5400000">
              <a:off x="7604720" y="733129"/>
              <a:ext cx="2534850" cy="882749"/>
              <a:chOff x="-96030" y="3967928"/>
              <a:chExt cx="2534850" cy="882749"/>
            </a:xfrm>
          </p:grpSpPr>
          <p:sp>
            <p:nvSpPr>
              <p:cNvPr id="86" name="Google Shape;86;p16"/>
              <p:cNvSpPr/>
              <p:nvPr/>
            </p:nvSpPr>
            <p:spPr>
              <a:xfrm>
                <a:off x="-96030" y="3967928"/>
                <a:ext cx="2231728" cy="792270"/>
              </a:xfrm>
              <a:custGeom>
                <a:rect b="b" l="l" r="r" t="t"/>
                <a:pathLst>
                  <a:path extrusionOk="0" fill="none" h="4527" w="12752">
                    <a:moveTo>
                      <a:pt x="0" y="0"/>
                    </a:moveTo>
                    <a:lnTo>
                      <a:pt x="0" y="0"/>
                    </a:lnTo>
                    <a:cubicBezTo>
                      <a:pt x="10972" y="0"/>
                      <a:pt x="10972" y="0"/>
                      <a:pt x="10972" y="0"/>
                    </a:cubicBezTo>
                    <a:cubicBezTo>
                      <a:pt x="11576" y="0"/>
                      <a:pt x="12068" y="492"/>
                      <a:pt x="12068" y="1096"/>
                    </a:cubicBezTo>
                    <a:cubicBezTo>
                      <a:pt x="12068" y="1247"/>
                      <a:pt x="12068" y="1247"/>
                      <a:pt x="12068" y="1247"/>
                    </a:cubicBezTo>
                    <a:cubicBezTo>
                      <a:pt x="12068" y="1851"/>
                      <a:pt x="11576" y="2344"/>
                      <a:pt x="10972" y="2344"/>
                    </a:cubicBezTo>
                    <a:cubicBezTo>
                      <a:pt x="2845" y="2344"/>
                      <a:pt x="2845" y="2344"/>
                      <a:pt x="2845" y="2344"/>
                    </a:cubicBezTo>
                    <a:cubicBezTo>
                      <a:pt x="2241" y="2344"/>
                      <a:pt x="1748" y="2827"/>
                      <a:pt x="1748" y="3431"/>
                    </a:cubicBezTo>
                    <a:lnTo>
                      <a:pt x="1748" y="3431"/>
                    </a:lnTo>
                    <a:cubicBezTo>
                      <a:pt x="1748" y="4043"/>
                      <a:pt x="2241" y="4527"/>
                      <a:pt x="2845" y="4527"/>
                    </a:cubicBezTo>
                    <a:cubicBezTo>
                      <a:pt x="12752" y="4527"/>
                      <a:pt x="12752" y="4527"/>
                      <a:pt x="12752" y="4527"/>
                    </a:cubicBezTo>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 name="Google Shape;87;p16"/>
              <p:cNvSpPr/>
              <p:nvPr/>
            </p:nvSpPr>
            <p:spPr>
              <a:xfrm>
                <a:off x="2135702" y="4682493"/>
                <a:ext cx="190411" cy="157159"/>
              </a:xfrm>
              <a:custGeom>
                <a:rect b="b" l="l" r="r" t="t"/>
                <a:pathLst>
                  <a:path extrusionOk="0" h="898" w="1088">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 name="Google Shape;88;p16"/>
              <p:cNvSpPr/>
              <p:nvPr/>
            </p:nvSpPr>
            <p:spPr>
              <a:xfrm>
                <a:off x="2326113" y="4668492"/>
                <a:ext cx="29227" cy="182185"/>
              </a:xfrm>
              <a:custGeom>
                <a:rect b="b" l="l" r="r" t="t"/>
                <a:pathLst>
                  <a:path extrusionOk="0" h="1041" w="167">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 name="Google Shape;89;p16"/>
              <p:cNvSpPr/>
              <p:nvPr/>
            </p:nvSpPr>
            <p:spPr>
              <a:xfrm>
                <a:off x="2355340" y="4783999"/>
                <a:ext cx="83480" cy="25026"/>
              </a:xfrm>
              <a:custGeom>
                <a:rect b="b" l="l" r="r" t="t"/>
                <a:pathLst>
                  <a:path extrusionOk="0" h="143" w="477">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cap="rnd" cmpd="sng" w="9525">
                <a:solidFill>
                  <a:schemeClr val="dk1"/>
                </a:solidFill>
                <a:prstDash val="solid"/>
                <a:round/>
                <a:headEnd len="sm" w="sm" type="none"/>
                <a:tailEnd len="sm" w="sm" type="none"/>
              </a:ln>
            </p:spPr>
            <p:txBody>
              <a:bodyPr anchorCtr="1" anchor="ctr" bIns="700" lIns="95750" spcFirstLastPara="1" rIns="95750" wrap="square" tIns="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 name="Google Shape;90;p16"/>
              <p:cNvSpPr/>
              <p:nvPr/>
            </p:nvSpPr>
            <p:spPr>
              <a:xfrm>
                <a:off x="2355340" y="4710145"/>
                <a:ext cx="83480" cy="25201"/>
              </a:xfrm>
              <a:custGeom>
                <a:rect b="b" l="l" r="r" t="t"/>
                <a:pathLst>
                  <a:path extrusionOk="0" h="144" w="477">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cap="rnd" cmpd="sng" w="9525">
                <a:solidFill>
                  <a:schemeClr val="dk1"/>
                </a:solidFill>
                <a:prstDash val="solid"/>
                <a:round/>
                <a:headEnd len="sm" w="sm" type="none"/>
                <a:tailEnd len="sm" w="sm" type="none"/>
              </a:ln>
            </p:spPr>
            <p:txBody>
              <a:bodyPr anchorCtr="1" anchor="ctr" bIns="1075" lIns="95750" spcFirstLastPara="1" rIns="95750" wrap="square" tIns="10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1" name="Google Shape;91;p16"/>
            <p:cNvSpPr/>
            <p:nvPr/>
          </p:nvSpPr>
          <p:spPr>
            <a:xfrm>
              <a:off x="8503900" y="4538600"/>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grpSp>
        <p:nvGrpSpPr>
          <p:cNvPr id="92" name="Google Shape;92;p16"/>
          <p:cNvGrpSpPr/>
          <p:nvPr/>
        </p:nvGrpSpPr>
        <p:grpSpPr>
          <a:xfrm>
            <a:off x="-604775" y="-1683500"/>
            <a:ext cx="11430900" cy="5952825"/>
            <a:chOff x="-604775" y="-1683500"/>
            <a:chExt cx="11430900" cy="5952825"/>
          </a:xfrm>
        </p:grpSpPr>
        <p:sp>
          <p:nvSpPr>
            <p:cNvPr id="93" name="Google Shape;93;p16"/>
            <p:cNvSpPr/>
            <p:nvPr/>
          </p:nvSpPr>
          <p:spPr>
            <a:xfrm>
              <a:off x="-604775" y="-1683500"/>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94" name="Google Shape;94;p16"/>
            <p:cNvSpPr/>
            <p:nvPr/>
          </p:nvSpPr>
          <p:spPr>
            <a:xfrm>
              <a:off x="8603125" y="2046325"/>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sp>
        <p:nvSpPr>
          <p:cNvPr id="95" name="Google Shape;95;p16"/>
          <p:cNvSpPr txBox="1"/>
          <p:nvPr>
            <p:ph type="title"/>
          </p:nvPr>
        </p:nvSpPr>
        <p:spPr>
          <a:xfrm>
            <a:off x="713225" y="2518401"/>
            <a:ext cx="5443800" cy="16740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4000"/>
              <a:buNone/>
              <a:defRPr sz="4000"/>
            </a:lvl1pPr>
            <a:lvl2pPr lvl="1" algn="ctr">
              <a:lnSpc>
                <a:spcPct val="100000"/>
              </a:lnSpc>
              <a:spcBef>
                <a:spcPts val="0"/>
              </a:spcBef>
              <a:spcAft>
                <a:spcPts val="0"/>
              </a:spcAft>
              <a:buSzPts val="4000"/>
              <a:buNone/>
              <a:defRPr sz="4000"/>
            </a:lvl2pPr>
            <a:lvl3pPr lvl="2" algn="ctr">
              <a:lnSpc>
                <a:spcPct val="100000"/>
              </a:lnSpc>
              <a:spcBef>
                <a:spcPts val="0"/>
              </a:spcBef>
              <a:spcAft>
                <a:spcPts val="0"/>
              </a:spcAft>
              <a:buSzPts val="4000"/>
              <a:buNone/>
              <a:defRPr sz="4000"/>
            </a:lvl3pPr>
            <a:lvl4pPr lvl="3" algn="ctr">
              <a:lnSpc>
                <a:spcPct val="100000"/>
              </a:lnSpc>
              <a:spcBef>
                <a:spcPts val="0"/>
              </a:spcBef>
              <a:spcAft>
                <a:spcPts val="0"/>
              </a:spcAft>
              <a:buSzPts val="4000"/>
              <a:buNone/>
              <a:defRPr sz="4000"/>
            </a:lvl4pPr>
            <a:lvl5pPr lvl="4" algn="ctr">
              <a:lnSpc>
                <a:spcPct val="100000"/>
              </a:lnSpc>
              <a:spcBef>
                <a:spcPts val="0"/>
              </a:spcBef>
              <a:spcAft>
                <a:spcPts val="0"/>
              </a:spcAft>
              <a:buSzPts val="4000"/>
              <a:buNone/>
              <a:defRPr sz="4000"/>
            </a:lvl5pPr>
            <a:lvl6pPr lvl="5" algn="ctr">
              <a:lnSpc>
                <a:spcPct val="100000"/>
              </a:lnSpc>
              <a:spcBef>
                <a:spcPts val="0"/>
              </a:spcBef>
              <a:spcAft>
                <a:spcPts val="0"/>
              </a:spcAft>
              <a:buSzPts val="4000"/>
              <a:buNone/>
              <a:defRPr sz="4000"/>
            </a:lvl6pPr>
            <a:lvl7pPr lvl="6" algn="ctr">
              <a:lnSpc>
                <a:spcPct val="100000"/>
              </a:lnSpc>
              <a:spcBef>
                <a:spcPts val="0"/>
              </a:spcBef>
              <a:spcAft>
                <a:spcPts val="0"/>
              </a:spcAft>
              <a:buSzPts val="4000"/>
              <a:buNone/>
              <a:defRPr sz="4000"/>
            </a:lvl7pPr>
            <a:lvl8pPr lvl="7" algn="ctr">
              <a:lnSpc>
                <a:spcPct val="100000"/>
              </a:lnSpc>
              <a:spcBef>
                <a:spcPts val="0"/>
              </a:spcBef>
              <a:spcAft>
                <a:spcPts val="0"/>
              </a:spcAft>
              <a:buSzPts val="4000"/>
              <a:buNone/>
              <a:defRPr sz="4000"/>
            </a:lvl8pPr>
            <a:lvl9pPr lvl="8" algn="ctr">
              <a:lnSpc>
                <a:spcPct val="100000"/>
              </a:lnSpc>
              <a:spcBef>
                <a:spcPts val="0"/>
              </a:spcBef>
              <a:spcAft>
                <a:spcPts val="0"/>
              </a:spcAft>
              <a:buSzPts val="4000"/>
              <a:buNone/>
              <a:defRPr sz="4000"/>
            </a:lvl9pPr>
          </a:lstStyle>
          <a:p/>
        </p:txBody>
      </p:sp>
      <p:sp>
        <p:nvSpPr>
          <p:cNvPr id="96" name="Google Shape;96;p16"/>
          <p:cNvSpPr txBox="1"/>
          <p:nvPr>
            <p:ph idx="2" type="title"/>
          </p:nvPr>
        </p:nvSpPr>
        <p:spPr>
          <a:xfrm>
            <a:off x="4974125" y="1282692"/>
            <a:ext cx="1182900" cy="12357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5000"/>
              <a:buNone/>
              <a:defRPr b="0" sz="5000">
                <a:solidFill>
                  <a:schemeClr val="lt1"/>
                </a:solidFill>
              </a:defRPr>
            </a:lvl1pPr>
            <a:lvl2pPr lvl="1" algn="ctr">
              <a:lnSpc>
                <a:spcPct val="100000"/>
              </a:lnSpc>
              <a:spcBef>
                <a:spcPts val="0"/>
              </a:spcBef>
              <a:spcAft>
                <a:spcPts val="0"/>
              </a:spcAft>
              <a:buClr>
                <a:schemeClr val="lt1"/>
              </a:buClr>
              <a:buSzPts val="5000"/>
              <a:buNone/>
              <a:defRPr sz="5000">
                <a:solidFill>
                  <a:schemeClr val="lt1"/>
                </a:solidFill>
              </a:defRPr>
            </a:lvl2pPr>
            <a:lvl3pPr lvl="2" algn="ctr">
              <a:lnSpc>
                <a:spcPct val="100000"/>
              </a:lnSpc>
              <a:spcBef>
                <a:spcPts val="0"/>
              </a:spcBef>
              <a:spcAft>
                <a:spcPts val="0"/>
              </a:spcAft>
              <a:buClr>
                <a:schemeClr val="lt1"/>
              </a:buClr>
              <a:buSzPts val="5000"/>
              <a:buNone/>
              <a:defRPr sz="5000">
                <a:solidFill>
                  <a:schemeClr val="lt1"/>
                </a:solidFill>
              </a:defRPr>
            </a:lvl3pPr>
            <a:lvl4pPr lvl="3" algn="ctr">
              <a:lnSpc>
                <a:spcPct val="100000"/>
              </a:lnSpc>
              <a:spcBef>
                <a:spcPts val="0"/>
              </a:spcBef>
              <a:spcAft>
                <a:spcPts val="0"/>
              </a:spcAft>
              <a:buClr>
                <a:schemeClr val="lt1"/>
              </a:buClr>
              <a:buSzPts val="5000"/>
              <a:buNone/>
              <a:defRPr sz="5000">
                <a:solidFill>
                  <a:schemeClr val="lt1"/>
                </a:solidFill>
              </a:defRPr>
            </a:lvl4pPr>
            <a:lvl5pPr lvl="4" algn="ctr">
              <a:lnSpc>
                <a:spcPct val="100000"/>
              </a:lnSpc>
              <a:spcBef>
                <a:spcPts val="0"/>
              </a:spcBef>
              <a:spcAft>
                <a:spcPts val="0"/>
              </a:spcAft>
              <a:buClr>
                <a:schemeClr val="lt1"/>
              </a:buClr>
              <a:buSzPts val="5000"/>
              <a:buNone/>
              <a:defRPr sz="5000">
                <a:solidFill>
                  <a:schemeClr val="lt1"/>
                </a:solidFill>
              </a:defRPr>
            </a:lvl5pPr>
            <a:lvl6pPr lvl="5" algn="ctr">
              <a:lnSpc>
                <a:spcPct val="100000"/>
              </a:lnSpc>
              <a:spcBef>
                <a:spcPts val="0"/>
              </a:spcBef>
              <a:spcAft>
                <a:spcPts val="0"/>
              </a:spcAft>
              <a:buClr>
                <a:schemeClr val="lt1"/>
              </a:buClr>
              <a:buSzPts val="5000"/>
              <a:buNone/>
              <a:defRPr sz="5000">
                <a:solidFill>
                  <a:schemeClr val="lt1"/>
                </a:solidFill>
              </a:defRPr>
            </a:lvl6pPr>
            <a:lvl7pPr lvl="6" algn="ctr">
              <a:lnSpc>
                <a:spcPct val="100000"/>
              </a:lnSpc>
              <a:spcBef>
                <a:spcPts val="0"/>
              </a:spcBef>
              <a:spcAft>
                <a:spcPts val="0"/>
              </a:spcAft>
              <a:buClr>
                <a:schemeClr val="lt1"/>
              </a:buClr>
              <a:buSzPts val="5000"/>
              <a:buNone/>
              <a:defRPr sz="5000">
                <a:solidFill>
                  <a:schemeClr val="lt1"/>
                </a:solidFill>
              </a:defRPr>
            </a:lvl7pPr>
            <a:lvl8pPr lvl="7" algn="ctr">
              <a:lnSpc>
                <a:spcPct val="100000"/>
              </a:lnSpc>
              <a:spcBef>
                <a:spcPts val="0"/>
              </a:spcBef>
              <a:spcAft>
                <a:spcPts val="0"/>
              </a:spcAft>
              <a:buClr>
                <a:schemeClr val="lt1"/>
              </a:buClr>
              <a:buSzPts val="5000"/>
              <a:buNone/>
              <a:defRPr sz="5000">
                <a:solidFill>
                  <a:schemeClr val="lt1"/>
                </a:solidFill>
              </a:defRPr>
            </a:lvl8pPr>
            <a:lvl9pPr lvl="8" algn="ctr">
              <a:lnSpc>
                <a:spcPct val="100000"/>
              </a:lnSpc>
              <a:spcBef>
                <a:spcPts val="0"/>
              </a:spcBef>
              <a:spcAft>
                <a:spcPts val="0"/>
              </a:spcAft>
              <a:buClr>
                <a:schemeClr val="lt1"/>
              </a:buClr>
              <a:buSzPts val="5000"/>
              <a:buNone/>
              <a:defRPr sz="5000">
                <a:solidFill>
                  <a:schemeClr val="lt1"/>
                </a:solidFill>
              </a:defRPr>
            </a:lvl9pPr>
          </a:lstStyle>
          <a:p/>
        </p:txBody>
      </p:sp>
      <p:sp>
        <p:nvSpPr>
          <p:cNvPr id="97" name="Google Shape;97;p16"/>
          <p:cNvSpPr txBox="1"/>
          <p:nvPr>
            <p:ph idx="1" type="subTitle"/>
          </p:nvPr>
        </p:nvSpPr>
        <p:spPr>
          <a:xfrm>
            <a:off x="713225" y="4192392"/>
            <a:ext cx="5443800" cy="4116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r">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8" name="Google Shape;98;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9" name="Shape 99"/>
        <p:cNvGrpSpPr/>
        <p:nvPr/>
      </p:nvGrpSpPr>
      <p:grpSpPr>
        <a:xfrm>
          <a:off x="0" y="0"/>
          <a:ext cx="0" cy="0"/>
          <a:chOff x="0" y="0"/>
          <a:chExt cx="0" cy="0"/>
        </a:xfrm>
      </p:grpSpPr>
      <p:grpSp>
        <p:nvGrpSpPr>
          <p:cNvPr id="100" name="Google Shape;100;p17"/>
          <p:cNvGrpSpPr/>
          <p:nvPr/>
        </p:nvGrpSpPr>
        <p:grpSpPr>
          <a:xfrm>
            <a:off x="-304025" y="269025"/>
            <a:ext cx="9216485" cy="4769450"/>
            <a:chOff x="-304025" y="269025"/>
            <a:chExt cx="9216485" cy="4769450"/>
          </a:xfrm>
        </p:grpSpPr>
        <p:grpSp>
          <p:nvGrpSpPr>
            <p:cNvPr id="101" name="Google Shape;101;p17"/>
            <p:cNvGrpSpPr/>
            <p:nvPr/>
          </p:nvGrpSpPr>
          <p:grpSpPr>
            <a:xfrm>
              <a:off x="-78500" y="269025"/>
              <a:ext cx="8990960" cy="4638094"/>
              <a:chOff x="-78500" y="269025"/>
              <a:chExt cx="8990960" cy="4638094"/>
            </a:xfrm>
          </p:grpSpPr>
          <p:sp>
            <p:nvSpPr>
              <p:cNvPr id="102" name="Google Shape;102;p17"/>
              <p:cNvSpPr/>
              <p:nvPr/>
            </p:nvSpPr>
            <p:spPr>
              <a:xfrm>
                <a:off x="-78500" y="269025"/>
                <a:ext cx="798502" cy="2907550"/>
              </a:xfrm>
              <a:custGeom>
                <a:rect b="b" l="l" r="r" t="t"/>
                <a:pathLst>
                  <a:path extrusionOk="0" fill="none" h="8540" w="2218">
                    <a:moveTo>
                      <a:pt x="0" y="0"/>
                    </a:moveTo>
                    <a:lnTo>
                      <a:pt x="0" y="0"/>
                    </a:lnTo>
                    <a:cubicBezTo>
                      <a:pt x="617" y="0"/>
                      <a:pt x="617" y="0"/>
                      <a:pt x="617" y="0"/>
                    </a:cubicBezTo>
                    <a:cubicBezTo>
                      <a:pt x="864" y="0"/>
                      <a:pt x="1064" y="200"/>
                      <a:pt x="1064" y="447"/>
                    </a:cubicBezTo>
                    <a:cubicBezTo>
                      <a:pt x="1064" y="8097"/>
                      <a:pt x="1064" y="8097"/>
                      <a:pt x="1064" y="8097"/>
                    </a:cubicBezTo>
                    <a:cubicBezTo>
                      <a:pt x="1064" y="8341"/>
                      <a:pt x="1263" y="8540"/>
                      <a:pt x="1506" y="8540"/>
                    </a:cubicBezTo>
                    <a:cubicBezTo>
                      <a:pt x="2218" y="8540"/>
                      <a:pt x="2218" y="8540"/>
                      <a:pt x="2218" y="8540"/>
                    </a:cubicBezTo>
                  </a:path>
                </a:pathLst>
              </a:custGeom>
              <a:noFill/>
              <a:ln cap="rnd" cmpd="sng" w="9525">
                <a:solidFill>
                  <a:schemeClr val="dk1"/>
                </a:solidFill>
                <a:prstDash val="solid"/>
                <a:round/>
                <a:headEnd len="sm" w="sm" type="none"/>
                <a:tailEnd len="sm" w="sm" type="none"/>
              </a:ln>
            </p:spPr>
            <p:txBody>
              <a:bodyPr anchorCtr="1" anchor="ctr" bIns="47500" lIns="92500" spcFirstLastPara="1" rIns="92500" wrap="square" tIns="475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03" name="Google Shape;103;p17"/>
              <p:cNvGrpSpPr/>
              <p:nvPr/>
            </p:nvGrpSpPr>
            <p:grpSpPr>
              <a:xfrm>
                <a:off x="8423999" y="3176575"/>
                <a:ext cx="488461" cy="1730543"/>
                <a:chOff x="8423999" y="3176575"/>
                <a:chExt cx="488461" cy="1730543"/>
              </a:xfrm>
            </p:grpSpPr>
            <p:sp>
              <p:nvSpPr>
                <p:cNvPr id="104" name="Google Shape;104;p17"/>
                <p:cNvSpPr/>
                <p:nvPr/>
              </p:nvSpPr>
              <p:spPr>
                <a:xfrm>
                  <a:off x="8423999" y="3176575"/>
                  <a:ext cx="395725" cy="1424530"/>
                </a:xfrm>
                <a:custGeom>
                  <a:rect b="b" l="l" r="r" t="t"/>
                  <a:pathLst>
                    <a:path extrusionOk="0" fill="none" h="3957" w="1427">
                      <a:moveTo>
                        <a:pt x="0" y="0"/>
                      </a:moveTo>
                      <a:lnTo>
                        <a:pt x="0" y="0"/>
                      </a:lnTo>
                      <a:cubicBezTo>
                        <a:pt x="959" y="0"/>
                        <a:pt x="959" y="0"/>
                        <a:pt x="959" y="0"/>
                      </a:cubicBezTo>
                      <a:cubicBezTo>
                        <a:pt x="1216" y="0"/>
                        <a:pt x="1427" y="207"/>
                        <a:pt x="1427" y="465"/>
                      </a:cubicBezTo>
                      <a:cubicBezTo>
                        <a:pt x="1427" y="3957"/>
                        <a:pt x="1427" y="3957"/>
                        <a:pt x="1427" y="3957"/>
                      </a:cubicBezTo>
                    </a:path>
                  </a:pathLst>
                </a:custGeom>
                <a:noFill/>
                <a:ln cap="rnd" cmpd="sng" w="9525">
                  <a:solidFill>
                    <a:schemeClr val="dk1"/>
                  </a:solidFill>
                  <a:prstDash val="solid"/>
                  <a:round/>
                  <a:headEnd len="sm" w="sm" type="none"/>
                  <a:tailEnd len="sm" w="sm" type="none"/>
                </a:ln>
              </p:spPr>
              <p:txBody>
                <a:bodyPr anchorCtr="1" anchor="ctr" bIns="47500" lIns="92500" spcFirstLastPara="1" rIns="92500" wrap="square" tIns="475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05" name="Google Shape;105;p17"/>
                <p:cNvGrpSpPr/>
                <p:nvPr/>
              </p:nvGrpSpPr>
              <p:grpSpPr>
                <a:xfrm rot="5400000">
                  <a:off x="8669808" y="4664467"/>
                  <a:ext cx="303118" cy="182185"/>
                  <a:chOff x="2135702" y="4668492"/>
                  <a:chExt cx="303118" cy="182185"/>
                </a:xfrm>
              </p:grpSpPr>
              <p:sp>
                <p:nvSpPr>
                  <p:cNvPr id="106" name="Google Shape;106;p17"/>
                  <p:cNvSpPr/>
                  <p:nvPr/>
                </p:nvSpPr>
                <p:spPr>
                  <a:xfrm>
                    <a:off x="2135702" y="4682493"/>
                    <a:ext cx="190411" cy="157159"/>
                  </a:xfrm>
                  <a:custGeom>
                    <a:rect b="b" l="l" r="r" t="t"/>
                    <a:pathLst>
                      <a:path extrusionOk="0" h="898" w="1088">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 name="Google Shape;107;p17"/>
                  <p:cNvSpPr/>
                  <p:nvPr/>
                </p:nvSpPr>
                <p:spPr>
                  <a:xfrm>
                    <a:off x="2326113" y="4668492"/>
                    <a:ext cx="29227" cy="182185"/>
                  </a:xfrm>
                  <a:custGeom>
                    <a:rect b="b" l="l" r="r" t="t"/>
                    <a:pathLst>
                      <a:path extrusionOk="0" h="1041" w="167">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 name="Google Shape;108;p17"/>
                  <p:cNvSpPr/>
                  <p:nvPr/>
                </p:nvSpPr>
                <p:spPr>
                  <a:xfrm>
                    <a:off x="2355340" y="4783999"/>
                    <a:ext cx="83480" cy="25026"/>
                  </a:xfrm>
                  <a:custGeom>
                    <a:rect b="b" l="l" r="r" t="t"/>
                    <a:pathLst>
                      <a:path extrusionOk="0" h="143" w="477">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cap="rnd" cmpd="sng" w="9525">
                    <a:solidFill>
                      <a:schemeClr val="dk1"/>
                    </a:solidFill>
                    <a:prstDash val="solid"/>
                    <a:round/>
                    <a:headEnd len="sm" w="sm" type="none"/>
                    <a:tailEnd len="sm" w="sm" type="none"/>
                  </a:ln>
                </p:spPr>
                <p:txBody>
                  <a:bodyPr anchorCtr="1" anchor="ctr" bIns="700" lIns="95750" spcFirstLastPara="1" rIns="95750" wrap="square" tIns="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 name="Google Shape;109;p17"/>
                  <p:cNvSpPr/>
                  <p:nvPr/>
                </p:nvSpPr>
                <p:spPr>
                  <a:xfrm>
                    <a:off x="2355340" y="4710145"/>
                    <a:ext cx="83480" cy="25201"/>
                  </a:xfrm>
                  <a:custGeom>
                    <a:rect b="b" l="l" r="r" t="t"/>
                    <a:pathLst>
                      <a:path extrusionOk="0" h="144" w="477">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cap="rnd" cmpd="sng" w="9525">
                    <a:solidFill>
                      <a:schemeClr val="dk1"/>
                    </a:solidFill>
                    <a:prstDash val="solid"/>
                    <a:round/>
                    <a:headEnd len="sm" w="sm" type="none"/>
                    <a:tailEnd len="sm" w="sm" type="none"/>
                  </a:ln>
                </p:spPr>
                <p:txBody>
                  <a:bodyPr anchorCtr="1" anchor="ctr" bIns="1075" lIns="95750" spcFirstLastPara="1" rIns="95750" wrap="square" tIns="10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sp>
          <p:nvSpPr>
            <p:cNvPr id="110" name="Google Shape;110;p17"/>
            <p:cNvSpPr/>
            <p:nvPr/>
          </p:nvSpPr>
          <p:spPr>
            <a:xfrm>
              <a:off x="-304025" y="4754075"/>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sp>
        <p:nvSpPr>
          <p:cNvPr id="111" name="Google Shape;111;p17"/>
          <p:cNvSpPr/>
          <p:nvPr/>
        </p:nvSpPr>
        <p:spPr>
          <a:xfrm>
            <a:off x="7809700" y="-1787050"/>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112" name="Google Shape;112;p17"/>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3" name="Google Shape;113;p17"/>
          <p:cNvSpPr txBox="1"/>
          <p:nvPr>
            <p:ph idx="1" type="body"/>
          </p:nvPr>
        </p:nvSpPr>
        <p:spPr>
          <a:xfrm>
            <a:off x="720000" y="1215752"/>
            <a:ext cx="7704000" cy="3657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a:lvl1pPr>
            <a:lvl2pPr indent="-317500" lvl="1" marL="914400" algn="l">
              <a:lnSpc>
                <a:spcPct val="100000"/>
              </a:lnSpc>
              <a:spcBef>
                <a:spcPts val="0"/>
              </a:spcBef>
              <a:spcAft>
                <a:spcPts val="0"/>
              </a:spcAft>
              <a:buSzPts val="1400"/>
              <a:buFont typeface="Nunito Light"/>
              <a:buChar char="○"/>
              <a:defRPr/>
            </a:lvl2pPr>
            <a:lvl3pPr indent="-317500" lvl="2" marL="1371600" algn="l">
              <a:lnSpc>
                <a:spcPct val="100000"/>
              </a:lnSpc>
              <a:spcBef>
                <a:spcPts val="0"/>
              </a:spcBef>
              <a:spcAft>
                <a:spcPts val="0"/>
              </a:spcAft>
              <a:buSzPts val="1400"/>
              <a:buFont typeface="Nunito Light"/>
              <a:buChar char="■"/>
              <a:defRPr/>
            </a:lvl3pPr>
            <a:lvl4pPr indent="-317500" lvl="3" marL="1828800" algn="l">
              <a:lnSpc>
                <a:spcPct val="100000"/>
              </a:lnSpc>
              <a:spcBef>
                <a:spcPts val="0"/>
              </a:spcBef>
              <a:spcAft>
                <a:spcPts val="0"/>
              </a:spcAft>
              <a:buSzPts val="1400"/>
              <a:buFont typeface="Nunito Light"/>
              <a:buChar char="●"/>
              <a:defRPr/>
            </a:lvl4pPr>
            <a:lvl5pPr indent="-317500" lvl="4" marL="2286000" algn="l">
              <a:lnSpc>
                <a:spcPct val="100000"/>
              </a:lnSpc>
              <a:spcBef>
                <a:spcPts val="0"/>
              </a:spcBef>
              <a:spcAft>
                <a:spcPts val="0"/>
              </a:spcAft>
              <a:buSzPts val="1400"/>
              <a:buFont typeface="Nunito Light"/>
              <a:buChar char="○"/>
              <a:defRPr/>
            </a:lvl5pPr>
            <a:lvl6pPr indent="-317500" lvl="5" marL="2743200" algn="l">
              <a:lnSpc>
                <a:spcPct val="100000"/>
              </a:lnSpc>
              <a:spcBef>
                <a:spcPts val="0"/>
              </a:spcBef>
              <a:spcAft>
                <a:spcPts val="0"/>
              </a:spcAft>
              <a:buSzPts val="1400"/>
              <a:buFont typeface="Nunito Light"/>
              <a:buChar char="■"/>
              <a:defRPr/>
            </a:lvl6pPr>
            <a:lvl7pPr indent="-317500" lvl="6" marL="3200400" algn="l">
              <a:lnSpc>
                <a:spcPct val="100000"/>
              </a:lnSpc>
              <a:spcBef>
                <a:spcPts val="0"/>
              </a:spcBef>
              <a:spcAft>
                <a:spcPts val="0"/>
              </a:spcAft>
              <a:buSzPts val="1400"/>
              <a:buFont typeface="Nunito Light"/>
              <a:buChar char="●"/>
              <a:defRPr/>
            </a:lvl7pPr>
            <a:lvl8pPr indent="-317500" lvl="7" marL="3657600" algn="l">
              <a:lnSpc>
                <a:spcPct val="100000"/>
              </a:lnSpc>
              <a:spcBef>
                <a:spcPts val="0"/>
              </a:spcBef>
              <a:spcAft>
                <a:spcPts val="0"/>
              </a:spcAft>
              <a:buSzPts val="1400"/>
              <a:buFont typeface="Nunito Light"/>
              <a:buChar char="○"/>
              <a:defRPr/>
            </a:lvl8pPr>
            <a:lvl9pPr indent="-317500" lvl="8" marL="4114800" algn="l">
              <a:lnSpc>
                <a:spcPct val="100000"/>
              </a:lnSpc>
              <a:spcBef>
                <a:spcPts val="0"/>
              </a:spcBef>
              <a:spcAft>
                <a:spcPts val="0"/>
              </a:spcAft>
              <a:buSzPts val="1400"/>
              <a:buFont typeface="Nunito Light"/>
              <a:buChar char="■"/>
              <a:defRPr/>
            </a:lvl9pPr>
          </a:lstStyle>
          <a:p/>
        </p:txBody>
      </p:sp>
      <p:sp>
        <p:nvSpPr>
          <p:cNvPr id="114" name="Google Shape;114;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15" name="Shape 115"/>
        <p:cNvGrpSpPr/>
        <p:nvPr/>
      </p:nvGrpSpPr>
      <p:grpSpPr>
        <a:xfrm>
          <a:off x="0" y="0"/>
          <a:ext cx="0" cy="0"/>
          <a:chOff x="0" y="0"/>
          <a:chExt cx="0" cy="0"/>
        </a:xfrm>
      </p:grpSpPr>
      <p:grpSp>
        <p:nvGrpSpPr>
          <p:cNvPr id="116" name="Google Shape;116;p18"/>
          <p:cNvGrpSpPr/>
          <p:nvPr/>
        </p:nvGrpSpPr>
        <p:grpSpPr>
          <a:xfrm>
            <a:off x="-6310" y="-420350"/>
            <a:ext cx="9149360" cy="5936700"/>
            <a:chOff x="-6310" y="-420350"/>
            <a:chExt cx="9149360" cy="5936700"/>
          </a:xfrm>
        </p:grpSpPr>
        <p:grpSp>
          <p:nvGrpSpPr>
            <p:cNvPr id="117" name="Google Shape;117;p18"/>
            <p:cNvGrpSpPr/>
            <p:nvPr/>
          </p:nvGrpSpPr>
          <p:grpSpPr>
            <a:xfrm>
              <a:off x="7798852" y="-39350"/>
              <a:ext cx="1344198" cy="5555700"/>
              <a:chOff x="7798852" y="-39350"/>
              <a:chExt cx="1344198" cy="5555700"/>
            </a:xfrm>
          </p:grpSpPr>
          <p:sp>
            <p:nvSpPr>
              <p:cNvPr id="118" name="Google Shape;118;p18"/>
              <p:cNvSpPr/>
              <p:nvPr/>
            </p:nvSpPr>
            <p:spPr>
              <a:xfrm rot="5400000">
                <a:off x="8217575" y="4785850"/>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119" name="Google Shape;119;p18"/>
              <p:cNvSpPr/>
              <p:nvPr/>
            </p:nvSpPr>
            <p:spPr>
              <a:xfrm flipH="1">
                <a:off x="7911559" y="204768"/>
                <a:ext cx="190411" cy="157159"/>
              </a:xfrm>
              <a:custGeom>
                <a:rect b="b" l="l" r="r" t="t"/>
                <a:pathLst>
                  <a:path extrusionOk="0" h="898" w="1088">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 name="Google Shape;120;p18"/>
              <p:cNvSpPr/>
              <p:nvPr/>
            </p:nvSpPr>
            <p:spPr>
              <a:xfrm flipH="1">
                <a:off x="7882332" y="190767"/>
                <a:ext cx="29227" cy="182185"/>
              </a:xfrm>
              <a:custGeom>
                <a:rect b="b" l="l" r="r" t="t"/>
                <a:pathLst>
                  <a:path extrusionOk="0" h="1041" w="167">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 name="Google Shape;121;p18"/>
              <p:cNvSpPr/>
              <p:nvPr/>
            </p:nvSpPr>
            <p:spPr>
              <a:xfrm flipH="1">
                <a:off x="7798852" y="306274"/>
                <a:ext cx="83480" cy="25026"/>
              </a:xfrm>
              <a:custGeom>
                <a:rect b="b" l="l" r="r" t="t"/>
                <a:pathLst>
                  <a:path extrusionOk="0" h="143" w="477">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cap="rnd" cmpd="sng" w="9525">
                <a:solidFill>
                  <a:schemeClr val="dk1"/>
                </a:solidFill>
                <a:prstDash val="solid"/>
                <a:round/>
                <a:headEnd len="sm" w="sm" type="none"/>
                <a:tailEnd len="sm" w="sm" type="none"/>
              </a:ln>
            </p:spPr>
            <p:txBody>
              <a:bodyPr anchorCtr="1" anchor="ctr" bIns="700" lIns="95750" spcFirstLastPara="1" rIns="95750" wrap="square" tIns="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 name="Google Shape;122;p18"/>
              <p:cNvSpPr/>
              <p:nvPr/>
            </p:nvSpPr>
            <p:spPr>
              <a:xfrm flipH="1">
                <a:off x="7798852" y="232420"/>
                <a:ext cx="83480" cy="25201"/>
              </a:xfrm>
              <a:custGeom>
                <a:rect b="b" l="l" r="r" t="t"/>
                <a:pathLst>
                  <a:path extrusionOk="0" h="144" w="477">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cap="rnd" cmpd="sng" w="9525">
                <a:solidFill>
                  <a:schemeClr val="dk1"/>
                </a:solidFill>
                <a:prstDash val="solid"/>
                <a:round/>
                <a:headEnd len="sm" w="sm" type="none"/>
                <a:tailEnd len="sm" w="sm" type="none"/>
              </a:ln>
            </p:spPr>
            <p:txBody>
              <a:bodyPr anchorCtr="1" anchor="ctr" bIns="1075" lIns="95750" spcFirstLastPara="1" rIns="95750" wrap="square" tIns="10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23" name="Google Shape;123;p18"/>
              <p:cNvCxnSpPr/>
              <p:nvPr/>
            </p:nvCxnSpPr>
            <p:spPr>
              <a:xfrm>
                <a:off x="8099950" y="278675"/>
                <a:ext cx="1043100" cy="0"/>
              </a:xfrm>
              <a:prstGeom prst="straightConnector1">
                <a:avLst/>
              </a:prstGeom>
              <a:noFill/>
              <a:ln cap="flat" cmpd="sng" w="9525">
                <a:solidFill>
                  <a:schemeClr val="dk1"/>
                </a:solidFill>
                <a:prstDash val="solid"/>
                <a:round/>
                <a:headEnd len="sm" w="sm" type="none"/>
                <a:tailEnd len="sm" w="sm" type="none"/>
              </a:ln>
            </p:spPr>
          </p:cxnSp>
          <p:cxnSp>
            <p:nvCxnSpPr>
              <p:cNvPr id="124" name="Google Shape;124;p18"/>
              <p:cNvCxnSpPr/>
              <p:nvPr/>
            </p:nvCxnSpPr>
            <p:spPr>
              <a:xfrm rot="10800000">
                <a:off x="8805875" y="-39350"/>
                <a:ext cx="0" cy="4379100"/>
              </a:xfrm>
              <a:prstGeom prst="straightConnector1">
                <a:avLst/>
              </a:prstGeom>
              <a:noFill/>
              <a:ln cap="flat" cmpd="sng" w="9525">
                <a:solidFill>
                  <a:schemeClr val="dk1"/>
                </a:solidFill>
                <a:prstDash val="solid"/>
                <a:round/>
                <a:headEnd len="sm" w="sm" type="none"/>
                <a:tailEnd len="sm" w="sm" type="none"/>
              </a:ln>
            </p:spPr>
          </p:cxnSp>
        </p:grpSp>
        <p:grpSp>
          <p:nvGrpSpPr>
            <p:cNvPr id="125" name="Google Shape;125;p18"/>
            <p:cNvGrpSpPr/>
            <p:nvPr/>
          </p:nvGrpSpPr>
          <p:grpSpPr>
            <a:xfrm rot="10800000">
              <a:off x="-6310" y="-420350"/>
              <a:ext cx="1361898" cy="5566800"/>
              <a:chOff x="7798852" y="-50450"/>
              <a:chExt cx="1361898" cy="5566800"/>
            </a:xfrm>
          </p:grpSpPr>
          <p:sp>
            <p:nvSpPr>
              <p:cNvPr id="126" name="Google Shape;126;p18"/>
              <p:cNvSpPr/>
              <p:nvPr/>
            </p:nvSpPr>
            <p:spPr>
              <a:xfrm rot="5400000">
                <a:off x="8217575" y="4785850"/>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127" name="Google Shape;127;p18"/>
              <p:cNvSpPr/>
              <p:nvPr/>
            </p:nvSpPr>
            <p:spPr>
              <a:xfrm flipH="1">
                <a:off x="7911559" y="204768"/>
                <a:ext cx="190411" cy="157159"/>
              </a:xfrm>
              <a:custGeom>
                <a:rect b="b" l="l" r="r" t="t"/>
                <a:pathLst>
                  <a:path extrusionOk="0" h="898" w="1088">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 name="Google Shape;128;p18"/>
              <p:cNvSpPr/>
              <p:nvPr/>
            </p:nvSpPr>
            <p:spPr>
              <a:xfrm flipH="1">
                <a:off x="7882332" y="190767"/>
                <a:ext cx="29227" cy="182185"/>
              </a:xfrm>
              <a:custGeom>
                <a:rect b="b" l="l" r="r" t="t"/>
                <a:pathLst>
                  <a:path extrusionOk="0" h="1041" w="167">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 name="Google Shape;129;p18"/>
              <p:cNvSpPr/>
              <p:nvPr/>
            </p:nvSpPr>
            <p:spPr>
              <a:xfrm flipH="1">
                <a:off x="7798852" y="306274"/>
                <a:ext cx="83480" cy="25026"/>
              </a:xfrm>
              <a:custGeom>
                <a:rect b="b" l="l" r="r" t="t"/>
                <a:pathLst>
                  <a:path extrusionOk="0" h="143" w="477">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cap="rnd" cmpd="sng" w="9525">
                <a:solidFill>
                  <a:schemeClr val="dk1"/>
                </a:solidFill>
                <a:prstDash val="solid"/>
                <a:round/>
                <a:headEnd len="sm" w="sm" type="none"/>
                <a:tailEnd len="sm" w="sm" type="none"/>
              </a:ln>
            </p:spPr>
            <p:txBody>
              <a:bodyPr anchorCtr="1" anchor="ctr" bIns="700" lIns="95750" spcFirstLastPara="1" rIns="95750" wrap="square" tIns="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 name="Google Shape;130;p18"/>
              <p:cNvSpPr/>
              <p:nvPr/>
            </p:nvSpPr>
            <p:spPr>
              <a:xfrm flipH="1">
                <a:off x="7798852" y="232420"/>
                <a:ext cx="83480" cy="25201"/>
              </a:xfrm>
              <a:custGeom>
                <a:rect b="b" l="l" r="r" t="t"/>
                <a:pathLst>
                  <a:path extrusionOk="0" h="144" w="477">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cap="rnd" cmpd="sng" w="9525">
                <a:solidFill>
                  <a:schemeClr val="dk1"/>
                </a:solidFill>
                <a:prstDash val="solid"/>
                <a:round/>
                <a:headEnd len="sm" w="sm" type="none"/>
                <a:tailEnd len="sm" w="sm" type="none"/>
              </a:ln>
            </p:spPr>
            <p:txBody>
              <a:bodyPr anchorCtr="1" anchor="ctr" bIns="1075" lIns="95750" spcFirstLastPara="1" rIns="95750" wrap="square" tIns="10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1" name="Google Shape;131;p18"/>
              <p:cNvCxnSpPr/>
              <p:nvPr/>
            </p:nvCxnSpPr>
            <p:spPr>
              <a:xfrm>
                <a:off x="8099950" y="278675"/>
                <a:ext cx="1060800" cy="0"/>
              </a:xfrm>
              <a:prstGeom prst="straightConnector1">
                <a:avLst/>
              </a:prstGeom>
              <a:noFill/>
              <a:ln cap="flat" cmpd="sng" w="9525">
                <a:solidFill>
                  <a:schemeClr val="dk1"/>
                </a:solidFill>
                <a:prstDash val="solid"/>
                <a:round/>
                <a:headEnd len="sm" w="sm" type="none"/>
                <a:tailEnd len="sm" w="sm" type="none"/>
              </a:ln>
            </p:spPr>
          </p:cxnSp>
          <p:cxnSp>
            <p:nvCxnSpPr>
              <p:cNvPr id="132" name="Google Shape;132;p18"/>
              <p:cNvCxnSpPr/>
              <p:nvPr/>
            </p:nvCxnSpPr>
            <p:spPr>
              <a:xfrm rot="10800000">
                <a:off x="8805875" y="-50450"/>
                <a:ext cx="0" cy="4390200"/>
              </a:xfrm>
              <a:prstGeom prst="straightConnector1">
                <a:avLst/>
              </a:prstGeom>
              <a:noFill/>
              <a:ln cap="flat" cmpd="sng" w="9525">
                <a:solidFill>
                  <a:schemeClr val="dk1"/>
                </a:solidFill>
                <a:prstDash val="solid"/>
                <a:round/>
                <a:headEnd len="sm" w="sm" type="none"/>
                <a:tailEnd len="sm" w="sm" type="none"/>
              </a:ln>
            </p:spPr>
          </p:cxnSp>
        </p:grpSp>
      </p:grpSp>
      <p:sp>
        <p:nvSpPr>
          <p:cNvPr id="133" name="Google Shape;133;p18"/>
          <p:cNvSpPr/>
          <p:nvPr/>
        </p:nvSpPr>
        <p:spPr>
          <a:xfrm>
            <a:off x="3373875" y="-1934025"/>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134" name="Google Shape;134;p18"/>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5" name="Google Shape;135;p18"/>
          <p:cNvSpPr txBox="1"/>
          <p:nvPr>
            <p:ph idx="1" type="subTitle"/>
          </p:nvPr>
        </p:nvSpPr>
        <p:spPr>
          <a:xfrm>
            <a:off x="1595305" y="2225052"/>
            <a:ext cx="2931900" cy="576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36" name="Google Shape;136;p18"/>
          <p:cNvSpPr txBox="1"/>
          <p:nvPr>
            <p:ph idx="2" type="subTitle"/>
          </p:nvPr>
        </p:nvSpPr>
        <p:spPr>
          <a:xfrm>
            <a:off x="1595305" y="3900489"/>
            <a:ext cx="2931900" cy="576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37" name="Google Shape;137;p18"/>
          <p:cNvSpPr txBox="1"/>
          <p:nvPr>
            <p:ph idx="3" type="subTitle"/>
          </p:nvPr>
        </p:nvSpPr>
        <p:spPr>
          <a:xfrm>
            <a:off x="5498753" y="2225052"/>
            <a:ext cx="2931900" cy="576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38" name="Google Shape;138;p18"/>
          <p:cNvSpPr txBox="1"/>
          <p:nvPr>
            <p:ph idx="4" type="subTitle"/>
          </p:nvPr>
        </p:nvSpPr>
        <p:spPr>
          <a:xfrm>
            <a:off x="5498777" y="3900489"/>
            <a:ext cx="2931900" cy="576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39" name="Google Shape;139;p18"/>
          <p:cNvSpPr txBox="1"/>
          <p:nvPr>
            <p:ph idx="5" type="title"/>
          </p:nvPr>
        </p:nvSpPr>
        <p:spPr>
          <a:xfrm>
            <a:off x="721400" y="1467798"/>
            <a:ext cx="657000" cy="8676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0" sz="2500">
                <a:solidFill>
                  <a:schemeClr val="lt1"/>
                </a:solidFill>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140" name="Google Shape;140;p18"/>
          <p:cNvSpPr txBox="1"/>
          <p:nvPr>
            <p:ph idx="6" type="title"/>
          </p:nvPr>
        </p:nvSpPr>
        <p:spPr>
          <a:xfrm>
            <a:off x="4624925" y="1467798"/>
            <a:ext cx="657000" cy="8676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0" sz="2500">
                <a:solidFill>
                  <a:schemeClr val="lt1"/>
                </a:solidFill>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141" name="Google Shape;141;p18"/>
          <p:cNvSpPr txBox="1"/>
          <p:nvPr>
            <p:ph idx="7" type="title"/>
          </p:nvPr>
        </p:nvSpPr>
        <p:spPr>
          <a:xfrm>
            <a:off x="721400" y="3139450"/>
            <a:ext cx="657000" cy="8676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0" sz="2500">
                <a:solidFill>
                  <a:schemeClr val="lt1"/>
                </a:solidFill>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142" name="Google Shape;142;p18"/>
          <p:cNvSpPr txBox="1"/>
          <p:nvPr>
            <p:ph idx="8" type="title"/>
          </p:nvPr>
        </p:nvSpPr>
        <p:spPr>
          <a:xfrm>
            <a:off x="4624925" y="3139450"/>
            <a:ext cx="657000" cy="8676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0" sz="2500">
                <a:solidFill>
                  <a:schemeClr val="lt1"/>
                </a:solidFill>
              </a:defRPr>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p:txBody>
      </p:sp>
      <p:sp>
        <p:nvSpPr>
          <p:cNvPr id="143" name="Google Shape;143;p18"/>
          <p:cNvSpPr txBox="1"/>
          <p:nvPr>
            <p:ph idx="9" type="subTitle"/>
          </p:nvPr>
        </p:nvSpPr>
        <p:spPr>
          <a:xfrm>
            <a:off x="1595305" y="1467798"/>
            <a:ext cx="2931900" cy="8727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1800"/>
              <a:buFont typeface="Epilogue"/>
              <a:buNone/>
              <a:defRPr b="1" sz="1800">
                <a:solidFill>
                  <a:schemeClr val="dk1"/>
                </a:solidFill>
                <a:latin typeface="Epilogue"/>
                <a:ea typeface="Epilogue"/>
                <a:cs typeface="Epilogue"/>
                <a:sym typeface="Epilogue"/>
              </a:defRPr>
            </a:lvl1pPr>
            <a:lvl2pPr lvl="1" algn="l">
              <a:lnSpc>
                <a:spcPct val="115000"/>
              </a:lnSpc>
              <a:spcBef>
                <a:spcPts val="0"/>
              </a:spcBef>
              <a:spcAft>
                <a:spcPts val="0"/>
              </a:spcAft>
              <a:buSzPts val="1800"/>
              <a:buFont typeface="Epilogue"/>
              <a:buNone/>
              <a:defRPr b="1" sz="1800">
                <a:latin typeface="Epilogue"/>
                <a:ea typeface="Epilogue"/>
                <a:cs typeface="Epilogue"/>
                <a:sym typeface="Epilogue"/>
              </a:defRPr>
            </a:lvl2pPr>
            <a:lvl3pPr lvl="2" algn="l">
              <a:lnSpc>
                <a:spcPct val="115000"/>
              </a:lnSpc>
              <a:spcBef>
                <a:spcPts val="0"/>
              </a:spcBef>
              <a:spcAft>
                <a:spcPts val="0"/>
              </a:spcAft>
              <a:buSzPts val="1800"/>
              <a:buFont typeface="Epilogue"/>
              <a:buNone/>
              <a:defRPr b="1" sz="1800">
                <a:latin typeface="Epilogue"/>
                <a:ea typeface="Epilogue"/>
                <a:cs typeface="Epilogue"/>
                <a:sym typeface="Epilogue"/>
              </a:defRPr>
            </a:lvl3pPr>
            <a:lvl4pPr lvl="3" algn="l">
              <a:lnSpc>
                <a:spcPct val="115000"/>
              </a:lnSpc>
              <a:spcBef>
                <a:spcPts val="0"/>
              </a:spcBef>
              <a:spcAft>
                <a:spcPts val="0"/>
              </a:spcAft>
              <a:buSzPts val="1800"/>
              <a:buFont typeface="Epilogue"/>
              <a:buNone/>
              <a:defRPr b="1" sz="1800">
                <a:latin typeface="Epilogue"/>
                <a:ea typeface="Epilogue"/>
                <a:cs typeface="Epilogue"/>
                <a:sym typeface="Epilogue"/>
              </a:defRPr>
            </a:lvl4pPr>
            <a:lvl5pPr lvl="4" algn="l">
              <a:lnSpc>
                <a:spcPct val="115000"/>
              </a:lnSpc>
              <a:spcBef>
                <a:spcPts val="0"/>
              </a:spcBef>
              <a:spcAft>
                <a:spcPts val="0"/>
              </a:spcAft>
              <a:buSzPts val="1800"/>
              <a:buFont typeface="Epilogue"/>
              <a:buNone/>
              <a:defRPr b="1" sz="1800">
                <a:latin typeface="Epilogue"/>
                <a:ea typeface="Epilogue"/>
                <a:cs typeface="Epilogue"/>
                <a:sym typeface="Epilogue"/>
              </a:defRPr>
            </a:lvl5pPr>
            <a:lvl6pPr lvl="5" algn="l">
              <a:lnSpc>
                <a:spcPct val="115000"/>
              </a:lnSpc>
              <a:spcBef>
                <a:spcPts val="0"/>
              </a:spcBef>
              <a:spcAft>
                <a:spcPts val="0"/>
              </a:spcAft>
              <a:buSzPts val="1800"/>
              <a:buFont typeface="Epilogue"/>
              <a:buNone/>
              <a:defRPr b="1" sz="1800">
                <a:latin typeface="Epilogue"/>
                <a:ea typeface="Epilogue"/>
                <a:cs typeface="Epilogue"/>
                <a:sym typeface="Epilogue"/>
              </a:defRPr>
            </a:lvl6pPr>
            <a:lvl7pPr lvl="6" algn="l">
              <a:lnSpc>
                <a:spcPct val="115000"/>
              </a:lnSpc>
              <a:spcBef>
                <a:spcPts val="0"/>
              </a:spcBef>
              <a:spcAft>
                <a:spcPts val="0"/>
              </a:spcAft>
              <a:buSzPts val="1800"/>
              <a:buFont typeface="Epilogue"/>
              <a:buNone/>
              <a:defRPr b="1" sz="1800">
                <a:latin typeface="Epilogue"/>
                <a:ea typeface="Epilogue"/>
                <a:cs typeface="Epilogue"/>
                <a:sym typeface="Epilogue"/>
              </a:defRPr>
            </a:lvl7pPr>
            <a:lvl8pPr lvl="7" algn="l">
              <a:lnSpc>
                <a:spcPct val="115000"/>
              </a:lnSpc>
              <a:spcBef>
                <a:spcPts val="0"/>
              </a:spcBef>
              <a:spcAft>
                <a:spcPts val="0"/>
              </a:spcAft>
              <a:buSzPts val="1800"/>
              <a:buFont typeface="Epilogue"/>
              <a:buNone/>
              <a:defRPr b="1" sz="1800">
                <a:latin typeface="Epilogue"/>
                <a:ea typeface="Epilogue"/>
                <a:cs typeface="Epilogue"/>
                <a:sym typeface="Epilogue"/>
              </a:defRPr>
            </a:lvl8pPr>
            <a:lvl9pPr lvl="8" algn="l">
              <a:lnSpc>
                <a:spcPct val="115000"/>
              </a:lnSpc>
              <a:spcBef>
                <a:spcPts val="0"/>
              </a:spcBef>
              <a:spcAft>
                <a:spcPts val="0"/>
              </a:spcAft>
              <a:buSzPts val="1800"/>
              <a:buFont typeface="Epilogue"/>
              <a:buNone/>
              <a:defRPr b="1" sz="1800">
                <a:latin typeface="Epilogue"/>
                <a:ea typeface="Epilogue"/>
                <a:cs typeface="Epilogue"/>
                <a:sym typeface="Epilogue"/>
              </a:defRPr>
            </a:lvl9pPr>
          </a:lstStyle>
          <a:p/>
        </p:txBody>
      </p:sp>
      <p:sp>
        <p:nvSpPr>
          <p:cNvPr id="144" name="Google Shape;144;p18"/>
          <p:cNvSpPr txBox="1"/>
          <p:nvPr>
            <p:ph idx="13" type="subTitle"/>
          </p:nvPr>
        </p:nvSpPr>
        <p:spPr>
          <a:xfrm>
            <a:off x="1595250" y="3139450"/>
            <a:ext cx="2931900" cy="8676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1800"/>
              <a:buFont typeface="Epilogue"/>
              <a:buNone/>
              <a:defRPr b="1" sz="1800">
                <a:solidFill>
                  <a:schemeClr val="dk1"/>
                </a:solidFill>
                <a:latin typeface="Epilogue"/>
                <a:ea typeface="Epilogue"/>
                <a:cs typeface="Epilogue"/>
                <a:sym typeface="Epilogue"/>
              </a:defRPr>
            </a:lvl1pPr>
            <a:lvl2pPr lvl="1" algn="l">
              <a:lnSpc>
                <a:spcPct val="115000"/>
              </a:lnSpc>
              <a:spcBef>
                <a:spcPts val="0"/>
              </a:spcBef>
              <a:spcAft>
                <a:spcPts val="0"/>
              </a:spcAft>
              <a:buSzPts val="1800"/>
              <a:buFont typeface="Epilogue"/>
              <a:buNone/>
              <a:defRPr b="1" sz="1800">
                <a:latin typeface="Epilogue"/>
                <a:ea typeface="Epilogue"/>
                <a:cs typeface="Epilogue"/>
                <a:sym typeface="Epilogue"/>
              </a:defRPr>
            </a:lvl2pPr>
            <a:lvl3pPr lvl="2" algn="l">
              <a:lnSpc>
                <a:spcPct val="115000"/>
              </a:lnSpc>
              <a:spcBef>
                <a:spcPts val="0"/>
              </a:spcBef>
              <a:spcAft>
                <a:spcPts val="0"/>
              </a:spcAft>
              <a:buSzPts val="1800"/>
              <a:buFont typeface="Epilogue"/>
              <a:buNone/>
              <a:defRPr b="1" sz="1800">
                <a:latin typeface="Epilogue"/>
                <a:ea typeface="Epilogue"/>
                <a:cs typeface="Epilogue"/>
                <a:sym typeface="Epilogue"/>
              </a:defRPr>
            </a:lvl3pPr>
            <a:lvl4pPr lvl="3" algn="l">
              <a:lnSpc>
                <a:spcPct val="115000"/>
              </a:lnSpc>
              <a:spcBef>
                <a:spcPts val="0"/>
              </a:spcBef>
              <a:spcAft>
                <a:spcPts val="0"/>
              </a:spcAft>
              <a:buSzPts val="1800"/>
              <a:buFont typeface="Epilogue"/>
              <a:buNone/>
              <a:defRPr b="1" sz="1800">
                <a:latin typeface="Epilogue"/>
                <a:ea typeface="Epilogue"/>
                <a:cs typeface="Epilogue"/>
                <a:sym typeface="Epilogue"/>
              </a:defRPr>
            </a:lvl4pPr>
            <a:lvl5pPr lvl="4" algn="l">
              <a:lnSpc>
                <a:spcPct val="115000"/>
              </a:lnSpc>
              <a:spcBef>
                <a:spcPts val="0"/>
              </a:spcBef>
              <a:spcAft>
                <a:spcPts val="0"/>
              </a:spcAft>
              <a:buSzPts val="1800"/>
              <a:buFont typeface="Epilogue"/>
              <a:buNone/>
              <a:defRPr b="1" sz="1800">
                <a:latin typeface="Epilogue"/>
                <a:ea typeface="Epilogue"/>
                <a:cs typeface="Epilogue"/>
                <a:sym typeface="Epilogue"/>
              </a:defRPr>
            </a:lvl5pPr>
            <a:lvl6pPr lvl="5" algn="l">
              <a:lnSpc>
                <a:spcPct val="115000"/>
              </a:lnSpc>
              <a:spcBef>
                <a:spcPts val="0"/>
              </a:spcBef>
              <a:spcAft>
                <a:spcPts val="0"/>
              </a:spcAft>
              <a:buSzPts val="1800"/>
              <a:buFont typeface="Epilogue"/>
              <a:buNone/>
              <a:defRPr b="1" sz="1800">
                <a:latin typeface="Epilogue"/>
                <a:ea typeface="Epilogue"/>
                <a:cs typeface="Epilogue"/>
                <a:sym typeface="Epilogue"/>
              </a:defRPr>
            </a:lvl6pPr>
            <a:lvl7pPr lvl="6" algn="l">
              <a:lnSpc>
                <a:spcPct val="115000"/>
              </a:lnSpc>
              <a:spcBef>
                <a:spcPts val="0"/>
              </a:spcBef>
              <a:spcAft>
                <a:spcPts val="0"/>
              </a:spcAft>
              <a:buSzPts val="1800"/>
              <a:buFont typeface="Epilogue"/>
              <a:buNone/>
              <a:defRPr b="1" sz="1800">
                <a:latin typeface="Epilogue"/>
                <a:ea typeface="Epilogue"/>
                <a:cs typeface="Epilogue"/>
                <a:sym typeface="Epilogue"/>
              </a:defRPr>
            </a:lvl7pPr>
            <a:lvl8pPr lvl="7" algn="l">
              <a:lnSpc>
                <a:spcPct val="115000"/>
              </a:lnSpc>
              <a:spcBef>
                <a:spcPts val="0"/>
              </a:spcBef>
              <a:spcAft>
                <a:spcPts val="0"/>
              </a:spcAft>
              <a:buSzPts val="1800"/>
              <a:buFont typeface="Epilogue"/>
              <a:buNone/>
              <a:defRPr b="1" sz="1800">
                <a:latin typeface="Epilogue"/>
                <a:ea typeface="Epilogue"/>
                <a:cs typeface="Epilogue"/>
                <a:sym typeface="Epilogue"/>
              </a:defRPr>
            </a:lvl8pPr>
            <a:lvl9pPr lvl="8" algn="l">
              <a:lnSpc>
                <a:spcPct val="115000"/>
              </a:lnSpc>
              <a:spcBef>
                <a:spcPts val="0"/>
              </a:spcBef>
              <a:spcAft>
                <a:spcPts val="0"/>
              </a:spcAft>
              <a:buSzPts val="1800"/>
              <a:buFont typeface="Epilogue"/>
              <a:buNone/>
              <a:defRPr b="1" sz="1800">
                <a:latin typeface="Epilogue"/>
                <a:ea typeface="Epilogue"/>
                <a:cs typeface="Epilogue"/>
                <a:sym typeface="Epilogue"/>
              </a:defRPr>
            </a:lvl9pPr>
          </a:lstStyle>
          <a:p/>
        </p:txBody>
      </p:sp>
      <p:sp>
        <p:nvSpPr>
          <p:cNvPr id="145" name="Google Shape;145;p18"/>
          <p:cNvSpPr txBox="1"/>
          <p:nvPr>
            <p:ph idx="14" type="subTitle"/>
          </p:nvPr>
        </p:nvSpPr>
        <p:spPr>
          <a:xfrm>
            <a:off x="5498750" y="1467798"/>
            <a:ext cx="2931900" cy="8676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1800"/>
              <a:buFont typeface="Epilogue"/>
              <a:buNone/>
              <a:defRPr b="1" sz="1800">
                <a:solidFill>
                  <a:schemeClr val="dk1"/>
                </a:solidFill>
                <a:latin typeface="Epilogue"/>
                <a:ea typeface="Epilogue"/>
                <a:cs typeface="Epilogue"/>
                <a:sym typeface="Epilogue"/>
              </a:defRPr>
            </a:lvl1pPr>
            <a:lvl2pPr lvl="1" algn="l">
              <a:lnSpc>
                <a:spcPct val="115000"/>
              </a:lnSpc>
              <a:spcBef>
                <a:spcPts val="0"/>
              </a:spcBef>
              <a:spcAft>
                <a:spcPts val="0"/>
              </a:spcAft>
              <a:buSzPts val="1800"/>
              <a:buFont typeface="Epilogue"/>
              <a:buNone/>
              <a:defRPr b="1" sz="1800">
                <a:latin typeface="Epilogue"/>
                <a:ea typeface="Epilogue"/>
                <a:cs typeface="Epilogue"/>
                <a:sym typeface="Epilogue"/>
              </a:defRPr>
            </a:lvl2pPr>
            <a:lvl3pPr lvl="2" algn="l">
              <a:lnSpc>
                <a:spcPct val="115000"/>
              </a:lnSpc>
              <a:spcBef>
                <a:spcPts val="0"/>
              </a:spcBef>
              <a:spcAft>
                <a:spcPts val="0"/>
              </a:spcAft>
              <a:buSzPts val="1800"/>
              <a:buFont typeface="Epilogue"/>
              <a:buNone/>
              <a:defRPr b="1" sz="1800">
                <a:latin typeface="Epilogue"/>
                <a:ea typeface="Epilogue"/>
                <a:cs typeface="Epilogue"/>
                <a:sym typeface="Epilogue"/>
              </a:defRPr>
            </a:lvl3pPr>
            <a:lvl4pPr lvl="3" algn="l">
              <a:lnSpc>
                <a:spcPct val="115000"/>
              </a:lnSpc>
              <a:spcBef>
                <a:spcPts val="0"/>
              </a:spcBef>
              <a:spcAft>
                <a:spcPts val="0"/>
              </a:spcAft>
              <a:buSzPts val="1800"/>
              <a:buFont typeface="Epilogue"/>
              <a:buNone/>
              <a:defRPr b="1" sz="1800">
                <a:latin typeface="Epilogue"/>
                <a:ea typeface="Epilogue"/>
                <a:cs typeface="Epilogue"/>
                <a:sym typeface="Epilogue"/>
              </a:defRPr>
            </a:lvl4pPr>
            <a:lvl5pPr lvl="4" algn="l">
              <a:lnSpc>
                <a:spcPct val="115000"/>
              </a:lnSpc>
              <a:spcBef>
                <a:spcPts val="0"/>
              </a:spcBef>
              <a:spcAft>
                <a:spcPts val="0"/>
              </a:spcAft>
              <a:buSzPts val="1800"/>
              <a:buFont typeface="Epilogue"/>
              <a:buNone/>
              <a:defRPr b="1" sz="1800">
                <a:latin typeface="Epilogue"/>
                <a:ea typeface="Epilogue"/>
                <a:cs typeface="Epilogue"/>
                <a:sym typeface="Epilogue"/>
              </a:defRPr>
            </a:lvl5pPr>
            <a:lvl6pPr lvl="5" algn="l">
              <a:lnSpc>
                <a:spcPct val="115000"/>
              </a:lnSpc>
              <a:spcBef>
                <a:spcPts val="0"/>
              </a:spcBef>
              <a:spcAft>
                <a:spcPts val="0"/>
              </a:spcAft>
              <a:buSzPts val="1800"/>
              <a:buFont typeface="Epilogue"/>
              <a:buNone/>
              <a:defRPr b="1" sz="1800">
                <a:latin typeface="Epilogue"/>
                <a:ea typeface="Epilogue"/>
                <a:cs typeface="Epilogue"/>
                <a:sym typeface="Epilogue"/>
              </a:defRPr>
            </a:lvl6pPr>
            <a:lvl7pPr lvl="6" algn="l">
              <a:lnSpc>
                <a:spcPct val="115000"/>
              </a:lnSpc>
              <a:spcBef>
                <a:spcPts val="0"/>
              </a:spcBef>
              <a:spcAft>
                <a:spcPts val="0"/>
              </a:spcAft>
              <a:buSzPts val="1800"/>
              <a:buFont typeface="Epilogue"/>
              <a:buNone/>
              <a:defRPr b="1" sz="1800">
                <a:latin typeface="Epilogue"/>
                <a:ea typeface="Epilogue"/>
                <a:cs typeface="Epilogue"/>
                <a:sym typeface="Epilogue"/>
              </a:defRPr>
            </a:lvl7pPr>
            <a:lvl8pPr lvl="7" algn="l">
              <a:lnSpc>
                <a:spcPct val="115000"/>
              </a:lnSpc>
              <a:spcBef>
                <a:spcPts val="0"/>
              </a:spcBef>
              <a:spcAft>
                <a:spcPts val="0"/>
              </a:spcAft>
              <a:buSzPts val="1800"/>
              <a:buFont typeface="Epilogue"/>
              <a:buNone/>
              <a:defRPr b="1" sz="1800">
                <a:latin typeface="Epilogue"/>
                <a:ea typeface="Epilogue"/>
                <a:cs typeface="Epilogue"/>
                <a:sym typeface="Epilogue"/>
              </a:defRPr>
            </a:lvl8pPr>
            <a:lvl9pPr lvl="8" algn="l">
              <a:lnSpc>
                <a:spcPct val="115000"/>
              </a:lnSpc>
              <a:spcBef>
                <a:spcPts val="0"/>
              </a:spcBef>
              <a:spcAft>
                <a:spcPts val="0"/>
              </a:spcAft>
              <a:buSzPts val="1800"/>
              <a:buFont typeface="Epilogue"/>
              <a:buNone/>
              <a:defRPr b="1" sz="1800">
                <a:latin typeface="Epilogue"/>
                <a:ea typeface="Epilogue"/>
                <a:cs typeface="Epilogue"/>
                <a:sym typeface="Epilogue"/>
              </a:defRPr>
            </a:lvl9pPr>
          </a:lstStyle>
          <a:p/>
        </p:txBody>
      </p:sp>
      <p:sp>
        <p:nvSpPr>
          <p:cNvPr id="146" name="Google Shape;146;p18"/>
          <p:cNvSpPr txBox="1"/>
          <p:nvPr>
            <p:ph idx="15" type="subTitle"/>
          </p:nvPr>
        </p:nvSpPr>
        <p:spPr>
          <a:xfrm>
            <a:off x="5498777" y="3139450"/>
            <a:ext cx="2931900" cy="8676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1800"/>
              <a:buFont typeface="Epilogue"/>
              <a:buNone/>
              <a:defRPr b="1" sz="1800">
                <a:solidFill>
                  <a:schemeClr val="dk1"/>
                </a:solidFill>
                <a:latin typeface="Epilogue"/>
                <a:ea typeface="Epilogue"/>
                <a:cs typeface="Epilogue"/>
                <a:sym typeface="Epilogue"/>
              </a:defRPr>
            </a:lvl1pPr>
            <a:lvl2pPr lvl="1" algn="l">
              <a:lnSpc>
                <a:spcPct val="115000"/>
              </a:lnSpc>
              <a:spcBef>
                <a:spcPts val="0"/>
              </a:spcBef>
              <a:spcAft>
                <a:spcPts val="0"/>
              </a:spcAft>
              <a:buSzPts val="1800"/>
              <a:buFont typeface="Epilogue"/>
              <a:buNone/>
              <a:defRPr b="1" sz="1800">
                <a:latin typeface="Epilogue"/>
                <a:ea typeface="Epilogue"/>
                <a:cs typeface="Epilogue"/>
                <a:sym typeface="Epilogue"/>
              </a:defRPr>
            </a:lvl2pPr>
            <a:lvl3pPr lvl="2" algn="l">
              <a:lnSpc>
                <a:spcPct val="115000"/>
              </a:lnSpc>
              <a:spcBef>
                <a:spcPts val="0"/>
              </a:spcBef>
              <a:spcAft>
                <a:spcPts val="0"/>
              </a:spcAft>
              <a:buSzPts val="1800"/>
              <a:buFont typeface="Epilogue"/>
              <a:buNone/>
              <a:defRPr b="1" sz="1800">
                <a:latin typeface="Epilogue"/>
                <a:ea typeface="Epilogue"/>
                <a:cs typeface="Epilogue"/>
                <a:sym typeface="Epilogue"/>
              </a:defRPr>
            </a:lvl3pPr>
            <a:lvl4pPr lvl="3" algn="l">
              <a:lnSpc>
                <a:spcPct val="115000"/>
              </a:lnSpc>
              <a:spcBef>
                <a:spcPts val="0"/>
              </a:spcBef>
              <a:spcAft>
                <a:spcPts val="0"/>
              </a:spcAft>
              <a:buSzPts val="1800"/>
              <a:buFont typeface="Epilogue"/>
              <a:buNone/>
              <a:defRPr b="1" sz="1800">
                <a:latin typeface="Epilogue"/>
                <a:ea typeface="Epilogue"/>
                <a:cs typeface="Epilogue"/>
                <a:sym typeface="Epilogue"/>
              </a:defRPr>
            </a:lvl4pPr>
            <a:lvl5pPr lvl="4" algn="l">
              <a:lnSpc>
                <a:spcPct val="115000"/>
              </a:lnSpc>
              <a:spcBef>
                <a:spcPts val="0"/>
              </a:spcBef>
              <a:spcAft>
                <a:spcPts val="0"/>
              </a:spcAft>
              <a:buSzPts val="1800"/>
              <a:buFont typeface="Epilogue"/>
              <a:buNone/>
              <a:defRPr b="1" sz="1800">
                <a:latin typeface="Epilogue"/>
                <a:ea typeface="Epilogue"/>
                <a:cs typeface="Epilogue"/>
                <a:sym typeface="Epilogue"/>
              </a:defRPr>
            </a:lvl5pPr>
            <a:lvl6pPr lvl="5" algn="l">
              <a:lnSpc>
                <a:spcPct val="115000"/>
              </a:lnSpc>
              <a:spcBef>
                <a:spcPts val="0"/>
              </a:spcBef>
              <a:spcAft>
                <a:spcPts val="0"/>
              </a:spcAft>
              <a:buSzPts val="1800"/>
              <a:buFont typeface="Epilogue"/>
              <a:buNone/>
              <a:defRPr b="1" sz="1800">
                <a:latin typeface="Epilogue"/>
                <a:ea typeface="Epilogue"/>
                <a:cs typeface="Epilogue"/>
                <a:sym typeface="Epilogue"/>
              </a:defRPr>
            </a:lvl6pPr>
            <a:lvl7pPr lvl="6" algn="l">
              <a:lnSpc>
                <a:spcPct val="115000"/>
              </a:lnSpc>
              <a:spcBef>
                <a:spcPts val="0"/>
              </a:spcBef>
              <a:spcAft>
                <a:spcPts val="0"/>
              </a:spcAft>
              <a:buSzPts val="1800"/>
              <a:buFont typeface="Epilogue"/>
              <a:buNone/>
              <a:defRPr b="1" sz="1800">
                <a:latin typeface="Epilogue"/>
                <a:ea typeface="Epilogue"/>
                <a:cs typeface="Epilogue"/>
                <a:sym typeface="Epilogue"/>
              </a:defRPr>
            </a:lvl7pPr>
            <a:lvl8pPr lvl="7" algn="l">
              <a:lnSpc>
                <a:spcPct val="115000"/>
              </a:lnSpc>
              <a:spcBef>
                <a:spcPts val="0"/>
              </a:spcBef>
              <a:spcAft>
                <a:spcPts val="0"/>
              </a:spcAft>
              <a:buSzPts val="1800"/>
              <a:buFont typeface="Epilogue"/>
              <a:buNone/>
              <a:defRPr b="1" sz="1800">
                <a:latin typeface="Epilogue"/>
                <a:ea typeface="Epilogue"/>
                <a:cs typeface="Epilogue"/>
                <a:sym typeface="Epilogue"/>
              </a:defRPr>
            </a:lvl8pPr>
            <a:lvl9pPr lvl="8" algn="l">
              <a:lnSpc>
                <a:spcPct val="115000"/>
              </a:lnSpc>
              <a:spcBef>
                <a:spcPts val="0"/>
              </a:spcBef>
              <a:spcAft>
                <a:spcPts val="0"/>
              </a:spcAft>
              <a:buSzPts val="1800"/>
              <a:buFont typeface="Epilogue"/>
              <a:buNone/>
              <a:defRPr b="1" sz="1800">
                <a:latin typeface="Epilogue"/>
                <a:ea typeface="Epilogue"/>
                <a:cs typeface="Epilogue"/>
                <a:sym typeface="Epilogue"/>
              </a:defRPr>
            </a:lvl9pPr>
          </a:lstStyle>
          <a:p/>
        </p:txBody>
      </p:sp>
      <p:sp>
        <p:nvSpPr>
          <p:cNvPr id="147" name="Google Shape;147;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8" name="Shape 148"/>
        <p:cNvGrpSpPr/>
        <p:nvPr/>
      </p:nvGrpSpPr>
      <p:grpSpPr>
        <a:xfrm>
          <a:off x="0" y="0"/>
          <a:ext cx="0" cy="0"/>
          <a:chOff x="0" y="0"/>
          <a:chExt cx="0" cy="0"/>
        </a:xfrm>
      </p:grpSpPr>
      <p:grpSp>
        <p:nvGrpSpPr>
          <p:cNvPr id="149" name="Google Shape;149;p19"/>
          <p:cNvGrpSpPr/>
          <p:nvPr/>
        </p:nvGrpSpPr>
        <p:grpSpPr>
          <a:xfrm>
            <a:off x="6046787" y="-152"/>
            <a:ext cx="3349223" cy="4974600"/>
            <a:chOff x="6046787" y="-152"/>
            <a:chExt cx="3349223" cy="4974600"/>
          </a:xfrm>
        </p:grpSpPr>
        <p:sp>
          <p:nvSpPr>
            <p:cNvPr id="150" name="Google Shape;150;p19"/>
            <p:cNvSpPr/>
            <p:nvPr/>
          </p:nvSpPr>
          <p:spPr>
            <a:xfrm flipH="1">
              <a:off x="8219410" y="4690048"/>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151" name="Google Shape;151;p19"/>
            <p:cNvSpPr/>
            <p:nvPr/>
          </p:nvSpPr>
          <p:spPr>
            <a:xfrm rot="10800000">
              <a:off x="6159494" y="4752183"/>
              <a:ext cx="190411" cy="157159"/>
            </a:xfrm>
            <a:custGeom>
              <a:rect b="b" l="l" r="r" t="t"/>
              <a:pathLst>
                <a:path extrusionOk="0" h="898" w="1088">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 name="Google Shape;152;p19"/>
            <p:cNvSpPr/>
            <p:nvPr/>
          </p:nvSpPr>
          <p:spPr>
            <a:xfrm rot="10800000">
              <a:off x="6130267" y="4741158"/>
              <a:ext cx="29227" cy="182185"/>
            </a:xfrm>
            <a:custGeom>
              <a:rect b="b" l="l" r="r" t="t"/>
              <a:pathLst>
                <a:path extrusionOk="0" h="1041" w="167">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 name="Google Shape;153;p19"/>
            <p:cNvSpPr/>
            <p:nvPr/>
          </p:nvSpPr>
          <p:spPr>
            <a:xfrm rot="10800000">
              <a:off x="6046787" y="4782810"/>
              <a:ext cx="83480" cy="25026"/>
            </a:xfrm>
            <a:custGeom>
              <a:rect b="b" l="l" r="r" t="t"/>
              <a:pathLst>
                <a:path extrusionOk="0" h="143" w="477">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cap="rnd" cmpd="sng" w="9525">
              <a:solidFill>
                <a:schemeClr val="dk1"/>
              </a:solidFill>
              <a:prstDash val="solid"/>
              <a:round/>
              <a:headEnd len="sm" w="sm" type="none"/>
              <a:tailEnd len="sm" w="sm" type="none"/>
            </a:ln>
          </p:spPr>
          <p:txBody>
            <a:bodyPr anchorCtr="1" anchor="ctr" bIns="700" lIns="95750" spcFirstLastPara="1" rIns="95750" wrap="square" tIns="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4" name="Google Shape;154;p19"/>
            <p:cNvSpPr/>
            <p:nvPr/>
          </p:nvSpPr>
          <p:spPr>
            <a:xfrm rot="10800000">
              <a:off x="6046787" y="4856489"/>
              <a:ext cx="83480" cy="25201"/>
            </a:xfrm>
            <a:custGeom>
              <a:rect b="b" l="l" r="r" t="t"/>
              <a:pathLst>
                <a:path extrusionOk="0" h="144" w="477">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cap="rnd" cmpd="sng" w="9525">
              <a:solidFill>
                <a:schemeClr val="dk1"/>
              </a:solidFill>
              <a:prstDash val="solid"/>
              <a:round/>
              <a:headEnd len="sm" w="sm" type="none"/>
              <a:tailEnd len="sm" w="sm" type="none"/>
            </a:ln>
          </p:spPr>
          <p:txBody>
            <a:bodyPr anchorCtr="1" anchor="ctr" bIns="1075" lIns="95750" spcFirstLastPara="1" rIns="95750" wrap="square" tIns="10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55" name="Google Shape;155;p19"/>
            <p:cNvCxnSpPr>
              <a:endCxn id="150" idx="3"/>
            </p:cNvCxnSpPr>
            <p:nvPr/>
          </p:nvCxnSpPr>
          <p:spPr>
            <a:xfrm>
              <a:off x="6350110" y="4832248"/>
              <a:ext cx="1869300" cy="0"/>
            </a:xfrm>
            <a:prstGeom prst="straightConnector1">
              <a:avLst/>
            </a:prstGeom>
            <a:noFill/>
            <a:ln cap="flat" cmpd="sng" w="9525">
              <a:solidFill>
                <a:schemeClr val="dk1"/>
              </a:solidFill>
              <a:prstDash val="solid"/>
              <a:round/>
              <a:headEnd len="sm" w="sm" type="none"/>
              <a:tailEnd len="sm" w="sm" type="none"/>
            </a:ln>
          </p:spPr>
        </p:cxnSp>
        <p:cxnSp>
          <p:nvCxnSpPr>
            <p:cNvPr id="156" name="Google Shape;156;p19"/>
            <p:cNvCxnSpPr>
              <a:endCxn id="150" idx="0"/>
            </p:cNvCxnSpPr>
            <p:nvPr/>
          </p:nvCxnSpPr>
          <p:spPr>
            <a:xfrm>
              <a:off x="8807710" y="-152"/>
              <a:ext cx="0" cy="4690200"/>
            </a:xfrm>
            <a:prstGeom prst="straightConnector1">
              <a:avLst/>
            </a:prstGeom>
            <a:noFill/>
            <a:ln cap="flat" cmpd="sng" w="9525">
              <a:solidFill>
                <a:schemeClr val="dk1"/>
              </a:solidFill>
              <a:prstDash val="solid"/>
              <a:round/>
              <a:headEnd len="sm" w="sm" type="none"/>
              <a:tailEnd len="sm" w="sm" type="none"/>
            </a:ln>
          </p:spPr>
        </p:cxnSp>
      </p:grpSp>
      <p:grpSp>
        <p:nvGrpSpPr>
          <p:cNvPr id="157" name="Google Shape;157;p19"/>
          <p:cNvGrpSpPr/>
          <p:nvPr/>
        </p:nvGrpSpPr>
        <p:grpSpPr>
          <a:xfrm>
            <a:off x="-1051325" y="-1909250"/>
            <a:ext cx="9331575" cy="8923100"/>
            <a:chOff x="-1051325" y="-1909250"/>
            <a:chExt cx="9331575" cy="8923100"/>
          </a:xfrm>
        </p:grpSpPr>
        <p:sp>
          <p:nvSpPr>
            <p:cNvPr id="158" name="Google Shape;158;p19"/>
            <p:cNvSpPr/>
            <p:nvPr/>
          </p:nvSpPr>
          <p:spPr>
            <a:xfrm>
              <a:off x="6057250" y="-1909250"/>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159" name="Google Shape;159;p19"/>
            <p:cNvSpPr/>
            <p:nvPr/>
          </p:nvSpPr>
          <p:spPr>
            <a:xfrm>
              <a:off x="-1051325" y="4790850"/>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sp>
        <p:nvSpPr>
          <p:cNvPr id="160" name="Google Shape;160;p19"/>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1" name="Google Shape;161;p19"/>
          <p:cNvSpPr txBox="1"/>
          <p:nvPr>
            <p:ph idx="1" type="subTitle"/>
          </p:nvPr>
        </p:nvSpPr>
        <p:spPr>
          <a:xfrm>
            <a:off x="726775" y="3014000"/>
            <a:ext cx="7704000" cy="1590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62" name="Google Shape;162;p19"/>
          <p:cNvSpPr txBox="1"/>
          <p:nvPr>
            <p:ph idx="2" type="subTitle"/>
          </p:nvPr>
        </p:nvSpPr>
        <p:spPr>
          <a:xfrm>
            <a:off x="726775" y="1337950"/>
            <a:ext cx="7704000" cy="1590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63" name="Google Shape;163;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4" name="Shape 164"/>
        <p:cNvGrpSpPr/>
        <p:nvPr/>
      </p:nvGrpSpPr>
      <p:grpSpPr>
        <a:xfrm>
          <a:off x="0" y="0"/>
          <a:ext cx="0" cy="0"/>
          <a:chOff x="0" y="0"/>
          <a:chExt cx="0" cy="0"/>
        </a:xfrm>
      </p:grpSpPr>
      <p:grpSp>
        <p:nvGrpSpPr>
          <p:cNvPr id="165" name="Google Shape;165;p20"/>
          <p:cNvGrpSpPr/>
          <p:nvPr/>
        </p:nvGrpSpPr>
        <p:grpSpPr>
          <a:xfrm>
            <a:off x="-225425" y="155239"/>
            <a:ext cx="9572353" cy="4883236"/>
            <a:chOff x="-225425" y="155239"/>
            <a:chExt cx="9572353" cy="4883236"/>
          </a:xfrm>
        </p:grpSpPr>
        <p:sp>
          <p:nvSpPr>
            <p:cNvPr id="166" name="Google Shape;166;p20"/>
            <p:cNvSpPr/>
            <p:nvPr/>
          </p:nvSpPr>
          <p:spPr>
            <a:xfrm>
              <a:off x="-225425" y="4754075"/>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cxnSp>
          <p:nvCxnSpPr>
            <p:cNvPr id="167" name="Google Shape;167;p20"/>
            <p:cNvCxnSpPr/>
            <p:nvPr/>
          </p:nvCxnSpPr>
          <p:spPr>
            <a:xfrm rot="10800000">
              <a:off x="362873" y="1985075"/>
              <a:ext cx="0" cy="2769000"/>
            </a:xfrm>
            <a:prstGeom prst="straightConnector1">
              <a:avLst/>
            </a:prstGeom>
            <a:noFill/>
            <a:ln cap="flat" cmpd="sng" w="9525">
              <a:solidFill>
                <a:schemeClr val="dk1"/>
              </a:solidFill>
              <a:prstDash val="solid"/>
              <a:round/>
              <a:headEnd len="sm" w="sm" type="none"/>
              <a:tailEnd len="sm" w="sm" type="none"/>
            </a:ln>
          </p:spPr>
        </p:cxnSp>
        <p:grpSp>
          <p:nvGrpSpPr>
            <p:cNvPr id="168" name="Google Shape;168;p20"/>
            <p:cNvGrpSpPr/>
            <p:nvPr/>
          </p:nvGrpSpPr>
          <p:grpSpPr>
            <a:xfrm rot="-5400000">
              <a:off x="211314" y="1742417"/>
              <a:ext cx="303118" cy="182185"/>
              <a:chOff x="2135702" y="4668492"/>
              <a:chExt cx="303118" cy="182185"/>
            </a:xfrm>
          </p:grpSpPr>
          <p:sp>
            <p:nvSpPr>
              <p:cNvPr id="169" name="Google Shape;169;p20"/>
              <p:cNvSpPr/>
              <p:nvPr/>
            </p:nvSpPr>
            <p:spPr>
              <a:xfrm>
                <a:off x="2135702" y="4682493"/>
                <a:ext cx="190411" cy="157159"/>
              </a:xfrm>
              <a:custGeom>
                <a:rect b="b" l="l" r="r" t="t"/>
                <a:pathLst>
                  <a:path extrusionOk="0" h="898" w="1088">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 name="Google Shape;170;p20"/>
              <p:cNvSpPr/>
              <p:nvPr/>
            </p:nvSpPr>
            <p:spPr>
              <a:xfrm>
                <a:off x="2326113" y="4668492"/>
                <a:ext cx="29227" cy="182185"/>
              </a:xfrm>
              <a:custGeom>
                <a:rect b="b" l="l" r="r" t="t"/>
                <a:pathLst>
                  <a:path extrusionOk="0" h="1041" w="167">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 name="Google Shape;171;p20"/>
              <p:cNvSpPr/>
              <p:nvPr/>
            </p:nvSpPr>
            <p:spPr>
              <a:xfrm>
                <a:off x="2355340" y="4783999"/>
                <a:ext cx="83480" cy="25026"/>
              </a:xfrm>
              <a:custGeom>
                <a:rect b="b" l="l" r="r" t="t"/>
                <a:pathLst>
                  <a:path extrusionOk="0" h="143" w="477">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cap="rnd" cmpd="sng" w="9525">
                <a:solidFill>
                  <a:schemeClr val="dk1"/>
                </a:solidFill>
                <a:prstDash val="solid"/>
                <a:round/>
                <a:headEnd len="sm" w="sm" type="none"/>
                <a:tailEnd len="sm" w="sm" type="none"/>
              </a:ln>
            </p:spPr>
            <p:txBody>
              <a:bodyPr anchorCtr="1" anchor="ctr" bIns="700" lIns="95750" spcFirstLastPara="1" rIns="95750" wrap="square" tIns="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 name="Google Shape;172;p20"/>
              <p:cNvSpPr/>
              <p:nvPr/>
            </p:nvSpPr>
            <p:spPr>
              <a:xfrm>
                <a:off x="2355340" y="4710145"/>
                <a:ext cx="83480" cy="25201"/>
              </a:xfrm>
              <a:custGeom>
                <a:rect b="b" l="l" r="r" t="t"/>
                <a:pathLst>
                  <a:path extrusionOk="0" h="144" w="477">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cap="rnd" cmpd="sng" w="9525">
                <a:solidFill>
                  <a:schemeClr val="dk1"/>
                </a:solidFill>
                <a:prstDash val="solid"/>
                <a:round/>
                <a:headEnd len="sm" w="sm" type="none"/>
                <a:tailEnd len="sm" w="sm" type="none"/>
              </a:ln>
            </p:spPr>
            <p:txBody>
              <a:bodyPr anchorCtr="1" anchor="ctr" bIns="1075" lIns="95750" spcFirstLastPara="1" rIns="95750" wrap="square" tIns="10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73" name="Google Shape;173;p20"/>
            <p:cNvSpPr/>
            <p:nvPr/>
          </p:nvSpPr>
          <p:spPr>
            <a:xfrm flipH="1" rot="10800000">
              <a:off x="8170328" y="155239"/>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cxnSp>
          <p:nvCxnSpPr>
            <p:cNvPr id="174" name="Google Shape;174;p20"/>
            <p:cNvCxnSpPr/>
            <p:nvPr/>
          </p:nvCxnSpPr>
          <p:spPr>
            <a:xfrm>
              <a:off x="8758627" y="439639"/>
              <a:ext cx="0" cy="2769000"/>
            </a:xfrm>
            <a:prstGeom prst="straightConnector1">
              <a:avLst/>
            </a:prstGeom>
            <a:noFill/>
            <a:ln cap="flat" cmpd="sng" w="9525">
              <a:solidFill>
                <a:schemeClr val="dk1"/>
              </a:solidFill>
              <a:prstDash val="solid"/>
              <a:round/>
              <a:headEnd len="sm" w="sm" type="none"/>
              <a:tailEnd len="sm" w="sm" type="none"/>
            </a:ln>
          </p:spPr>
        </p:cxnSp>
        <p:grpSp>
          <p:nvGrpSpPr>
            <p:cNvPr id="175" name="Google Shape;175;p20"/>
            <p:cNvGrpSpPr/>
            <p:nvPr/>
          </p:nvGrpSpPr>
          <p:grpSpPr>
            <a:xfrm flipH="1" rot="-5400000">
              <a:off x="8607068" y="3269111"/>
              <a:ext cx="303118" cy="182185"/>
              <a:chOff x="2135702" y="4668492"/>
              <a:chExt cx="303118" cy="182185"/>
            </a:xfrm>
          </p:grpSpPr>
          <p:sp>
            <p:nvSpPr>
              <p:cNvPr id="176" name="Google Shape;176;p20"/>
              <p:cNvSpPr/>
              <p:nvPr/>
            </p:nvSpPr>
            <p:spPr>
              <a:xfrm>
                <a:off x="2135702" y="4682493"/>
                <a:ext cx="190411" cy="157159"/>
              </a:xfrm>
              <a:custGeom>
                <a:rect b="b" l="l" r="r" t="t"/>
                <a:pathLst>
                  <a:path extrusionOk="0" h="898" w="1088">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 name="Google Shape;177;p20"/>
              <p:cNvSpPr/>
              <p:nvPr/>
            </p:nvSpPr>
            <p:spPr>
              <a:xfrm>
                <a:off x="2326113" y="4668492"/>
                <a:ext cx="29227" cy="182185"/>
              </a:xfrm>
              <a:custGeom>
                <a:rect b="b" l="l" r="r" t="t"/>
                <a:pathLst>
                  <a:path extrusionOk="0" h="1041" w="167">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 name="Google Shape;178;p20"/>
              <p:cNvSpPr/>
              <p:nvPr/>
            </p:nvSpPr>
            <p:spPr>
              <a:xfrm>
                <a:off x="2355340" y="4783999"/>
                <a:ext cx="83480" cy="25026"/>
              </a:xfrm>
              <a:custGeom>
                <a:rect b="b" l="l" r="r" t="t"/>
                <a:pathLst>
                  <a:path extrusionOk="0" h="143" w="477">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cap="rnd" cmpd="sng" w="9525">
                <a:solidFill>
                  <a:schemeClr val="dk1"/>
                </a:solidFill>
                <a:prstDash val="solid"/>
                <a:round/>
                <a:headEnd len="sm" w="sm" type="none"/>
                <a:tailEnd len="sm" w="sm" type="none"/>
              </a:ln>
            </p:spPr>
            <p:txBody>
              <a:bodyPr anchorCtr="1" anchor="ctr" bIns="700" lIns="95750" spcFirstLastPara="1" rIns="95750" wrap="square" tIns="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9" name="Google Shape;179;p20"/>
              <p:cNvSpPr/>
              <p:nvPr/>
            </p:nvSpPr>
            <p:spPr>
              <a:xfrm>
                <a:off x="2355340" y="4710145"/>
                <a:ext cx="83480" cy="25201"/>
              </a:xfrm>
              <a:custGeom>
                <a:rect b="b" l="l" r="r" t="t"/>
                <a:pathLst>
                  <a:path extrusionOk="0" h="144" w="477">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cap="rnd" cmpd="sng" w="9525">
                <a:solidFill>
                  <a:schemeClr val="dk1"/>
                </a:solidFill>
                <a:prstDash val="solid"/>
                <a:round/>
                <a:headEnd len="sm" w="sm" type="none"/>
                <a:tailEnd len="sm" w="sm" type="none"/>
              </a:ln>
            </p:spPr>
            <p:txBody>
              <a:bodyPr anchorCtr="1" anchor="ctr" bIns="1075" lIns="95750" spcFirstLastPara="1" rIns="95750" wrap="square" tIns="10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180" name="Google Shape;180;p20"/>
          <p:cNvSpPr/>
          <p:nvPr/>
        </p:nvSpPr>
        <p:spPr>
          <a:xfrm>
            <a:off x="7873100" y="4604000"/>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181" name="Google Shape;181;p20"/>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2" name="Google Shape;182;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
    <p:spTree>
      <p:nvGrpSpPr>
        <p:cNvPr id="183" name="Shape 183"/>
        <p:cNvGrpSpPr/>
        <p:nvPr/>
      </p:nvGrpSpPr>
      <p:grpSpPr>
        <a:xfrm>
          <a:off x="0" y="0"/>
          <a:ext cx="0" cy="0"/>
          <a:chOff x="0" y="0"/>
          <a:chExt cx="0" cy="0"/>
        </a:xfrm>
      </p:grpSpPr>
      <p:grpSp>
        <p:nvGrpSpPr>
          <p:cNvPr id="184" name="Google Shape;184;p21"/>
          <p:cNvGrpSpPr/>
          <p:nvPr/>
        </p:nvGrpSpPr>
        <p:grpSpPr>
          <a:xfrm>
            <a:off x="8534520" y="-92922"/>
            <a:ext cx="1249730" cy="4915922"/>
            <a:chOff x="8430770" y="-92922"/>
            <a:chExt cx="1249730" cy="4915922"/>
          </a:xfrm>
        </p:grpSpPr>
        <p:grpSp>
          <p:nvGrpSpPr>
            <p:cNvPr id="185" name="Google Shape;185;p21"/>
            <p:cNvGrpSpPr/>
            <p:nvPr/>
          </p:nvGrpSpPr>
          <p:grpSpPr>
            <a:xfrm rot="5400000">
              <a:off x="7604720" y="733129"/>
              <a:ext cx="2534850" cy="882749"/>
              <a:chOff x="-96030" y="3967928"/>
              <a:chExt cx="2534850" cy="882749"/>
            </a:xfrm>
          </p:grpSpPr>
          <p:sp>
            <p:nvSpPr>
              <p:cNvPr id="186" name="Google Shape;186;p21"/>
              <p:cNvSpPr/>
              <p:nvPr/>
            </p:nvSpPr>
            <p:spPr>
              <a:xfrm>
                <a:off x="-96030" y="3967928"/>
                <a:ext cx="2231728" cy="792270"/>
              </a:xfrm>
              <a:custGeom>
                <a:rect b="b" l="l" r="r" t="t"/>
                <a:pathLst>
                  <a:path extrusionOk="0" fill="none" h="4527" w="12752">
                    <a:moveTo>
                      <a:pt x="0" y="0"/>
                    </a:moveTo>
                    <a:lnTo>
                      <a:pt x="0" y="0"/>
                    </a:lnTo>
                    <a:cubicBezTo>
                      <a:pt x="10972" y="0"/>
                      <a:pt x="10972" y="0"/>
                      <a:pt x="10972" y="0"/>
                    </a:cubicBezTo>
                    <a:cubicBezTo>
                      <a:pt x="11576" y="0"/>
                      <a:pt x="12068" y="492"/>
                      <a:pt x="12068" y="1096"/>
                    </a:cubicBezTo>
                    <a:cubicBezTo>
                      <a:pt x="12068" y="1247"/>
                      <a:pt x="12068" y="1247"/>
                      <a:pt x="12068" y="1247"/>
                    </a:cubicBezTo>
                    <a:cubicBezTo>
                      <a:pt x="12068" y="1851"/>
                      <a:pt x="11576" y="2344"/>
                      <a:pt x="10972" y="2344"/>
                    </a:cubicBezTo>
                    <a:cubicBezTo>
                      <a:pt x="2845" y="2344"/>
                      <a:pt x="2845" y="2344"/>
                      <a:pt x="2845" y="2344"/>
                    </a:cubicBezTo>
                    <a:cubicBezTo>
                      <a:pt x="2241" y="2344"/>
                      <a:pt x="1748" y="2827"/>
                      <a:pt x="1748" y="3431"/>
                    </a:cubicBezTo>
                    <a:lnTo>
                      <a:pt x="1748" y="3431"/>
                    </a:lnTo>
                    <a:cubicBezTo>
                      <a:pt x="1748" y="4043"/>
                      <a:pt x="2241" y="4527"/>
                      <a:pt x="2845" y="4527"/>
                    </a:cubicBezTo>
                    <a:cubicBezTo>
                      <a:pt x="12752" y="4527"/>
                      <a:pt x="12752" y="4527"/>
                      <a:pt x="12752" y="4527"/>
                    </a:cubicBezTo>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 name="Google Shape;187;p21"/>
              <p:cNvSpPr/>
              <p:nvPr/>
            </p:nvSpPr>
            <p:spPr>
              <a:xfrm>
                <a:off x="2135702" y="4682493"/>
                <a:ext cx="190411" cy="157159"/>
              </a:xfrm>
              <a:custGeom>
                <a:rect b="b" l="l" r="r" t="t"/>
                <a:pathLst>
                  <a:path extrusionOk="0" h="898" w="1088">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 name="Google Shape;188;p21"/>
              <p:cNvSpPr/>
              <p:nvPr/>
            </p:nvSpPr>
            <p:spPr>
              <a:xfrm>
                <a:off x="2326113" y="4668492"/>
                <a:ext cx="29227" cy="182185"/>
              </a:xfrm>
              <a:custGeom>
                <a:rect b="b" l="l" r="r" t="t"/>
                <a:pathLst>
                  <a:path extrusionOk="0" h="1041" w="167">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 name="Google Shape;189;p21"/>
              <p:cNvSpPr/>
              <p:nvPr/>
            </p:nvSpPr>
            <p:spPr>
              <a:xfrm>
                <a:off x="2355340" y="4783999"/>
                <a:ext cx="83480" cy="25026"/>
              </a:xfrm>
              <a:custGeom>
                <a:rect b="b" l="l" r="r" t="t"/>
                <a:pathLst>
                  <a:path extrusionOk="0" h="143" w="477">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cap="rnd" cmpd="sng" w="9525">
                <a:solidFill>
                  <a:schemeClr val="dk1"/>
                </a:solidFill>
                <a:prstDash val="solid"/>
                <a:round/>
                <a:headEnd len="sm" w="sm" type="none"/>
                <a:tailEnd len="sm" w="sm" type="none"/>
              </a:ln>
            </p:spPr>
            <p:txBody>
              <a:bodyPr anchorCtr="1" anchor="ctr" bIns="700" lIns="95750" spcFirstLastPara="1" rIns="95750" wrap="square" tIns="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 name="Google Shape;190;p21"/>
              <p:cNvSpPr/>
              <p:nvPr/>
            </p:nvSpPr>
            <p:spPr>
              <a:xfrm>
                <a:off x="2355340" y="4710145"/>
                <a:ext cx="83480" cy="25201"/>
              </a:xfrm>
              <a:custGeom>
                <a:rect b="b" l="l" r="r" t="t"/>
                <a:pathLst>
                  <a:path extrusionOk="0" h="144" w="477">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cap="rnd" cmpd="sng" w="9525">
                <a:solidFill>
                  <a:schemeClr val="dk1"/>
                </a:solidFill>
                <a:prstDash val="solid"/>
                <a:round/>
                <a:headEnd len="sm" w="sm" type="none"/>
                <a:tailEnd len="sm" w="sm" type="none"/>
              </a:ln>
            </p:spPr>
            <p:txBody>
              <a:bodyPr anchorCtr="1" anchor="ctr" bIns="1075" lIns="95750" spcFirstLastPara="1" rIns="95750" wrap="square" tIns="10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91" name="Google Shape;191;p21"/>
            <p:cNvSpPr/>
            <p:nvPr/>
          </p:nvSpPr>
          <p:spPr>
            <a:xfrm>
              <a:off x="8503900" y="4538600"/>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grpSp>
        <p:nvGrpSpPr>
          <p:cNvPr id="192" name="Google Shape;192;p21"/>
          <p:cNvGrpSpPr/>
          <p:nvPr/>
        </p:nvGrpSpPr>
        <p:grpSpPr>
          <a:xfrm>
            <a:off x="-1727025" y="1460250"/>
            <a:ext cx="6291175" cy="5585750"/>
            <a:chOff x="-1727025" y="1460250"/>
            <a:chExt cx="6291175" cy="5585750"/>
          </a:xfrm>
        </p:grpSpPr>
        <p:sp>
          <p:nvSpPr>
            <p:cNvPr id="193" name="Google Shape;193;p21"/>
            <p:cNvSpPr/>
            <p:nvPr/>
          </p:nvSpPr>
          <p:spPr>
            <a:xfrm>
              <a:off x="-1727025" y="1460250"/>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194" name="Google Shape;194;p21"/>
            <p:cNvSpPr/>
            <p:nvPr/>
          </p:nvSpPr>
          <p:spPr>
            <a:xfrm>
              <a:off x="2341150" y="4823000"/>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sp>
        <p:nvSpPr>
          <p:cNvPr id="195" name="Google Shape;195;p21"/>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6" name="Google Shape;196;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97" name="Shape 197"/>
        <p:cNvGrpSpPr/>
        <p:nvPr/>
      </p:nvGrpSpPr>
      <p:grpSpPr>
        <a:xfrm>
          <a:off x="0" y="0"/>
          <a:ext cx="0" cy="0"/>
          <a:chOff x="0" y="0"/>
          <a:chExt cx="0" cy="0"/>
        </a:xfrm>
      </p:grpSpPr>
      <p:grpSp>
        <p:nvGrpSpPr>
          <p:cNvPr id="198" name="Google Shape;198;p22"/>
          <p:cNvGrpSpPr/>
          <p:nvPr/>
        </p:nvGrpSpPr>
        <p:grpSpPr>
          <a:xfrm>
            <a:off x="-1226550" y="-1683500"/>
            <a:ext cx="11545200" cy="8352175"/>
            <a:chOff x="-1378950" y="-1835900"/>
            <a:chExt cx="11545200" cy="8352175"/>
          </a:xfrm>
        </p:grpSpPr>
        <p:sp>
          <p:nvSpPr>
            <p:cNvPr id="199" name="Google Shape;199;p22"/>
            <p:cNvSpPr/>
            <p:nvPr/>
          </p:nvSpPr>
          <p:spPr>
            <a:xfrm>
              <a:off x="-1378950" y="-1835900"/>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200" name="Google Shape;200;p22"/>
            <p:cNvSpPr/>
            <p:nvPr/>
          </p:nvSpPr>
          <p:spPr>
            <a:xfrm>
              <a:off x="7943250" y="4293275"/>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grpSp>
        <p:nvGrpSpPr>
          <p:cNvPr id="201" name="Google Shape;201;p22"/>
          <p:cNvGrpSpPr/>
          <p:nvPr/>
        </p:nvGrpSpPr>
        <p:grpSpPr>
          <a:xfrm>
            <a:off x="-1727780" y="4162628"/>
            <a:ext cx="2534850" cy="882749"/>
            <a:chOff x="-96030" y="3967928"/>
            <a:chExt cx="2534850" cy="882749"/>
          </a:xfrm>
        </p:grpSpPr>
        <p:sp>
          <p:nvSpPr>
            <p:cNvPr id="202" name="Google Shape;202;p22"/>
            <p:cNvSpPr/>
            <p:nvPr/>
          </p:nvSpPr>
          <p:spPr>
            <a:xfrm>
              <a:off x="-96030" y="3967928"/>
              <a:ext cx="2231728" cy="792270"/>
            </a:xfrm>
            <a:custGeom>
              <a:rect b="b" l="l" r="r" t="t"/>
              <a:pathLst>
                <a:path extrusionOk="0" fill="none" h="4527" w="12752">
                  <a:moveTo>
                    <a:pt x="0" y="0"/>
                  </a:moveTo>
                  <a:lnTo>
                    <a:pt x="0" y="0"/>
                  </a:lnTo>
                  <a:cubicBezTo>
                    <a:pt x="10972" y="0"/>
                    <a:pt x="10972" y="0"/>
                    <a:pt x="10972" y="0"/>
                  </a:cubicBezTo>
                  <a:cubicBezTo>
                    <a:pt x="11576" y="0"/>
                    <a:pt x="12068" y="492"/>
                    <a:pt x="12068" y="1096"/>
                  </a:cubicBezTo>
                  <a:cubicBezTo>
                    <a:pt x="12068" y="1247"/>
                    <a:pt x="12068" y="1247"/>
                    <a:pt x="12068" y="1247"/>
                  </a:cubicBezTo>
                  <a:cubicBezTo>
                    <a:pt x="12068" y="1851"/>
                    <a:pt x="11576" y="2344"/>
                    <a:pt x="10972" y="2344"/>
                  </a:cubicBezTo>
                  <a:cubicBezTo>
                    <a:pt x="2845" y="2344"/>
                    <a:pt x="2845" y="2344"/>
                    <a:pt x="2845" y="2344"/>
                  </a:cubicBezTo>
                  <a:cubicBezTo>
                    <a:pt x="2241" y="2344"/>
                    <a:pt x="1748" y="2827"/>
                    <a:pt x="1748" y="3431"/>
                  </a:cubicBezTo>
                  <a:lnTo>
                    <a:pt x="1748" y="3431"/>
                  </a:lnTo>
                  <a:cubicBezTo>
                    <a:pt x="1748" y="4043"/>
                    <a:pt x="2241" y="4527"/>
                    <a:pt x="2845" y="4527"/>
                  </a:cubicBezTo>
                  <a:cubicBezTo>
                    <a:pt x="12752" y="4527"/>
                    <a:pt x="12752" y="4527"/>
                    <a:pt x="12752" y="4527"/>
                  </a:cubicBezTo>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3" name="Google Shape;203;p22"/>
            <p:cNvSpPr/>
            <p:nvPr/>
          </p:nvSpPr>
          <p:spPr>
            <a:xfrm>
              <a:off x="2135702" y="4682493"/>
              <a:ext cx="190411" cy="157159"/>
            </a:xfrm>
            <a:custGeom>
              <a:rect b="b" l="l" r="r" t="t"/>
              <a:pathLst>
                <a:path extrusionOk="0" h="898" w="1088">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4" name="Google Shape;204;p22"/>
            <p:cNvSpPr/>
            <p:nvPr/>
          </p:nvSpPr>
          <p:spPr>
            <a:xfrm>
              <a:off x="2326113" y="4668492"/>
              <a:ext cx="29227" cy="182185"/>
            </a:xfrm>
            <a:custGeom>
              <a:rect b="b" l="l" r="r" t="t"/>
              <a:pathLst>
                <a:path extrusionOk="0" h="1041" w="167">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5" name="Google Shape;205;p22"/>
            <p:cNvSpPr/>
            <p:nvPr/>
          </p:nvSpPr>
          <p:spPr>
            <a:xfrm>
              <a:off x="2355340" y="4783999"/>
              <a:ext cx="83480" cy="25026"/>
            </a:xfrm>
            <a:custGeom>
              <a:rect b="b" l="l" r="r" t="t"/>
              <a:pathLst>
                <a:path extrusionOk="0" h="143" w="477">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cap="rnd" cmpd="sng" w="9525">
              <a:solidFill>
                <a:schemeClr val="dk1"/>
              </a:solidFill>
              <a:prstDash val="solid"/>
              <a:round/>
              <a:headEnd len="sm" w="sm" type="none"/>
              <a:tailEnd len="sm" w="sm" type="none"/>
            </a:ln>
          </p:spPr>
          <p:txBody>
            <a:bodyPr anchorCtr="1" anchor="ctr" bIns="700" lIns="95750" spcFirstLastPara="1" rIns="95750" wrap="square" tIns="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6" name="Google Shape;206;p22"/>
            <p:cNvSpPr/>
            <p:nvPr/>
          </p:nvSpPr>
          <p:spPr>
            <a:xfrm>
              <a:off x="2355340" y="4710145"/>
              <a:ext cx="83480" cy="25201"/>
            </a:xfrm>
            <a:custGeom>
              <a:rect b="b" l="l" r="r" t="t"/>
              <a:pathLst>
                <a:path extrusionOk="0" h="144" w="477">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cap="rnd" cmpd="sng" w="9525">
              <a:solidFill>
                <a:schemeClr val="dk1"/>
              </a:solidFill>
              <a:prstDash val="solid"/>
              <a:round/>
              <a:headEnd len="sm" w="sm" type="none"/>
              <a:tailEnd len="sm" w="sm" type="none"/>
            </a:ln>
          </p:spPr>
          <p:txBody>
            <a:bodyPr anchorCtr="1" anchor="ctr" bIns="1075" lIns="95750" spcFirstLastPara="1" rIns="95750" wrap="square" tIns="10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07" name="Google Shape;207;p22"/>
          <p:cNvSpPr txBox="1"/>
          <p:nvPr>
            <p:ph hasCustomPrompt="1" type="title"/>
          </p:nvPr>
        </p:nvSpPr>
        <p:spPr>
          <a:xfrm>
            <a:off x="3360175" y="1841750"/>
            <a:ext cx="5070600" cy="11928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6000"/>
              <a:buNone/>
              <a:defRPr b="0" sz="6000">
                <a:solidFill>
                  <a:schemeClr val="lt1"/>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r>
              <a:t>xx%</a:t>
            </a:r>
          </a:p>
        </p:txBody>
      </p:sp>
      <p:sp>
        <p:nvSpPr>
          <p:cNvPr id="208" name="Google Shape;208;p22"/>
          <p:cNvSpPr txBox="1"/>
          <p:nvPr>
            <p:ph idx="1" type="subTitle"/>
          </p:nvPr>
        </p:nvSpPr>
        <p:spPr>
          <a:xfrm>
            <a:off x="3360175" y="3167600"/>
            <a:ext cx="5070600" cy="7491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algn="r">
              <a:lnSpc>
                <a:spcPct val="115000"/>
              </a:lnSpc>
              <a:spcBef>
                <a:spcPts val="0"/>
              </a:spcBef>
              <a:spcAft>
                <a:spcPts val="0"/>
              </a:spcAft>
              <a:buSzPts val="1600"/>
              <a:buNone/>
              <a:defRPr sz="1600"/>
            </a:lvl1pPr>
            <a:lvl2pPr lvl="1" algn="ctr">
              <a:lnSpc>
                <a:spcPct val="115000"/>
              </a:lnSpc>
              <a:spcBef>
                <a:spcPts val="0"/>
              </a:spcBef>
              <a:spcAft>
                <a:spcPts val="0"/>
              </a:spcAft>
              <a:buSzPts val="1600"/>
              <a:buNone/>
              <a:defRPr sz="1600"/>
            </a:lvl2pPr>
            <a:lvl3pPr lvl="2" algn="ctr">
              <a:lnSpc>
                <a:spcPct val="115000"/>
              </a:lnSpc>
              <a:spcBef>
                <a:spcPts val="0"/>
              </a:spcBef>
              <a:spcAft>
                <a:spcPts val="0"/>
              </a:spcAft>
              <a:buSzPts val="1600"/>
              <a:buNone/>
              <a:defRPr sz="1600"/>
            </a:lvl3pPr>
            <a:lvl4pPr lvl="3" algn="ctr">
              <a:lnSpc>
                <a:spcPct val="115000"/>
              </a:lnSpc>
              <a:spcBef>
                <a:spcPts val="0"/>
              </a:spcBef>
              <a:spcAft>
                <a:spcPts val="0"/>
              </a:spcAft>
              <a:buSzPts val="1600"/>
              <a:buNone/>
              <a:defRPr sz="1600"/>
            </a:lvl4pPr>
            <a:lvl5pPr lvl="4" algn="ctr">
              <a:lnSpc>
                <a:spcPct val="115000"/>
              </a:lnSpc>
              <a:spcBef>
                <a:spcPts val="0"/>
              </a:spcBef>
              <a:spcAft>
                <a:spcPts val="0"/>
              </a:spcAft>
              <a:buSzPts val="1600"/>
              <a:buNone/>
              <a:defRPr sz="1600"/>
            </a:lvl5pPr>
            <a:lvl6pPr lvl="5" algn="ctr">
              <a:lnSpc>
                <a:spcPct val="115000"/>
              </a:lnSpc>
              <a:spcBef>
                <a:spcPts val="0"/>
              </a:spcBef>
              <a:spcAft>
                <a:spcPts val="0"/>
              </a:spcAft>
              <a:buSzPts val="1600"/>
              <a:buNone/>
              <a:defRPr sz="1600"/>
            </a:lvl6pPr>
            <a:lvl7pPr lvl="6" algn="ctr">
              <a:lnSpc>
                <a:spcPct val="115000"/>
              </a:lnSpc>
              <a:spcBef>
                <a:spcPts val="0"/>
              </a:spcBef>
              <a:spcAft>
                <a:spcPts val="0"/>
              </a:spcAft>
              <a:buSzPts val="1600"/>
              <a:buNone/>
              <a:defRPr sz="1600"/>
            </a:lvl7pPr>
            <a:lvl8pPr lvl="7" algn="ctr">
              <a:lnSpc>
                <a:spcPct val="115000"/>
              </a:lnSpc>
              <a:spcBef>
                <a:spcPts val="0"/>
              </a:spcBef>
              <a:spcAft>
                <a:spcPts val="0"/>
              </a:spcAft>
              <a:buSzPts val="1600"/>
              <a:buNone/>
              <a:defRPr sz="1600"/>
            </a:lvl8pPr>
            <a:lvl9pPr lvl="8" algn="ctr">
              <a:lnSpc>
                <a:spcPct val="115000"/>
              </a:lnSpc>
              <a:spcBef>
                <a:spcPts val="0"/>
              </a:spcBef>
              <a:spcAft>
                <a:spcPts val="0"/>
              </a:spcAft>
              <a:buSzPts val="1600"/>
              <a:buNone/>
              <a:defRPr sz="1600"/>
            </a:lvl9pPr>
          </a:lstStyle>
          <a:p/>
        </p:txBody>
      </p:sp>
      <p:sp>
        <p:nvSpPr>
          <p:cNvPr id="209" name="Google Shape;209;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10" name="Shape 210"/>
        <p:cNvGrpSpPr/>
        <p:nvPr/>
      </p:nvGrpSpPr>
      <p:grpSpPr>
        <a:xfrm>
          <a:off x="0" y="0"/>
          <a:ext cx="0" cy="0"/>
          <a:chOff x="0" y="0"/>
          <a:chExt cx="0" cy="0"/>
        </a:xfrm>
      </p:grpSpPr>
      <p:sp>
        <p:nvSpPr>
          <p:cNvPr id="211" name="Google Shape;211;p23"/>
          <p:cNvSpPr/>
          <p:nvPr/>
        </p:nvSpPr>
        <p:spPr>
          <a:xfrm>
            <a:off x="-1083925" y="-1589850"/>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nvGrpSpPr>
          <p:cNvPr id="212" name="Google Shape;212;p23"/>
          <p:cNvGrpSpPr/>
          <p:nvPr/>
        </p:nvGrpSpPr>
        <p:grpSpPr>
          <a:xfrm>
            <a:off x="6046787" y="-152"/>
            <a:ext cx="3349223" cy="4974600"/>
            <a:chOff x="6046787" y="-152"/>
            <a:chExt cx="3349223" cy="4974600"/>
          </a:xfrm>
        </p:grpSpPr>
        <p:sp>
          <p:nvSpPr>
            <p:cNvPr id="213" name="Google Shape;213;p23"/>
            <p:cNvSpPr/>
            <p:nvPr/>
          </p:nvSpPr>
          <p:spPr>
            <a:xfrm flipH="1">
              <a:off x="8219410" y="4690048"/>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214" name="Google Shape;214;p23"/>
            <p:cNvSpPr/>
            <p:nvPr/>
          </p:nvSpPr>
          <p:spPr>
            <a:xfrm rot="10800000">
              <a:off x="6159494" y="4752183"/>
              <a:ext cx="190411" cy="157159"/>
            </a:xfrm>
            <a:custGeom>
              <a:rect b="b" l="l" r="r" t="t"/>
              <a:pathLst>
                <a:path extrusionOk="0" h="898" w="1088">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5" name="Google Shape;215;p23"/>
            <p:cNvSpPr/>
            <p:nvPr/>
          </p:nvSpPr>
          <p:spPr>
            <a:xfrm rot="10800000">
              <a:off x="6130267" y="4741158"/>
              <a:ext cx="29227" cy="182185"/>
            </a:xfrm>
            <a:custGeom>
              <a:rect b="b" l="l" r="r" t="t"/>
              <a:pathLst>
                <a:path extrusionOk="0" h="1041" w="167">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6" name="Google Shape;216;p23"/>
            <p:cNvSpPr/>
            <p:nvPr/>
          </p:nvSpPr>
          <p:spPr>
            <a:xfrm rot="10800000">
              <a:off x="6046787" y="4782810"/>
              <a:ext cx="83480" cy="25026"/>
            </a:xfrm>
            <a:custGeom>
              <a:rect b="b" l="l" r="r" t="t"/>
              <a:pathLst>
                <a:path extrusionOk="0" h="143" w="477">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cap="rnd" cmpd="sng" w="9525">
              <a:solidFill>
                <a:schemeClr val="dk1"/>
              </a:solidFill>
              <a:prstDash val="solid"/>
              <a:round/>
              <a:headEnd len="sm" w="sm" type="none"/>
              <a:tailEnd len="sm" w="sm" type="none"/>
            </a:ln>
          </p:spPr>
          <p:txBody>
            <a:bodyPr anchorCtr="1" anchor="ctr" bIns="700" lIns="95750" spcFirstLastPara="1" rIns="95750" wrap="square" tIns="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7" name="Google Shape;217;p23"/>
            <p:cNvSpPr/>
            <p:nvPr/>
          </p:nvSpPr>
          <p:spPr>
            <a:xfrm rot="10800000">
              <a:off x="6046787" y="4856489"/>
              <a:ext cx="83480" cy="25201"/>
            </a:xfrm>
            <a:custGeom>
              <a:rect b="b" l="l" r="r" t="t"/>
              <a:pathLst>
                <a:path extrusionOk="0" h="144" w="477">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cap="rnd" cmpd="sng" w="9525">
              <a:solidFill>
                <a:schemeClr val="dk1"/>
              </a:solidFill>
              <a:prstDash val="solid"/>
              <a:round/>
              <a:headEnd len="sm" w="sm" type="none"/>
              <a:tailEnd len="sm" w="sm" type="none"/>
            </a:ln>
          </p:spPr>
          <p:txBody>
            <a:bodyPr anchorCtr="1" anchor="ctr" bIns="1075" lIns="95750" spcFirstLastPara="1" rIns="95750" wrap="square" tIns="10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18" name="Google Shape;218;p23"/>
            <p:cNvCxnSpPr>
              <a:endCxn id="213" idx="3"/>
            </p:cNvCxnSpPr>
            <p:nvPr/>
          </p:nvCxnSpPr>
          <p:spPr>
            <a:xfrm>
              <a:off x="6350110" y="4832248"/>
              <a:ext cx="1869300" cy="0"/>
            </a:xfrm>
            <a:prstGeom prst="straightConnector1">
              <a:avLst/>
            </a:prstGeom>
            <a:noFill/>
            <a:ln cap="flat" cmpd="sng" w="9525">
              <a:solidFill>
                <a:schemeClr val="dk1"/>
              </a:solidFill>
              <a:prstDash val="solid"/>
              <a:round/>
              <a:headEnd len="sm" w="sm" type="none"/>
              <a:tailEnd len="sm" w="sm" type="none"/>
            </a:ln>
          </p:spPr>
        </p:cxnSp>
        <p:cxnSp>
          <p:nvCxnSpPr>
            <p:cNvPr id="219" name="Google Shape;219;p23"/>
            <p:cNvCxnSpPr>
              <a:endCxn id="213" idx="0"/>
            </p:cNvCxnSpPr>
            <p:nvPr/>
          </p:nvCxnSpPr>
          <p:spPr>
            <a:xfrm>
              <a:off x="8807710" y="-152"/>
              <a:ext cx="0" cy="4690200"/>
            </a:xfrm>
            <a:prstGeom prst="straightConnector1">
              <a:avLst/>
            </a:prstGeom>
            <a:noFill/>
            <a:ln cap="flat" cmpd="sng" w="9525">
              <a:solidFill>
                <a:schemeClr val="dk1"/>
              </a:solidFill>
              <a:prstDash val="solid"/>
              <a:round/>
              <a:headEnd len="sm" w="sm" type="none"/>
              <a:tailEnd len="sm" w="sm" type="none"/>
            </a:ln>
          </p:spPr>
        </p:cxnSp>
      </p:grpSp>
      <p:sp>
        <p:nvSpPr>
          <p:cNvPr id="220" name="Google Shape;220;p23"/>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1" name="Google Shape;221;p23"/>
          <p:cNvSpPr txBox="1"/>
          <p:nvPr>
            <p:ph idx="1" type="subTitle"/>
          </p:nvPr>
        </p:nvSpPr>
        <p:spPr>
          <a:xfrm>
            <a:off x="1139076" y="1618142"/>
            <a:ext cx="7291800" cy="576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22" name="Google Shape;222;p23"/>
          <p:cNvSpPr txBox="1"/>
          <p:nvPr>
            <p:ph idx="2" type="subTitle"/>
          </p:nvPr>
        </p:nvSpPr>
        <p:spPr>
          <a:xfrm>
            <a:off x="1139082" y="2823067"/>
            <a:ext cx="7291800" cy="576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23" name="Google Shape;223;p23"/>
          <p:cNvSpPr txBox="1"/>
          <p:nvPr>
            <p:ph idx="3" type="subTitle"/>
          </p:nvPr>
        </p:nvSpPr>
        <p:spPr>
          <a:xfrm>
            <a:off x="1139075" y="4027991"/>
            <a:ext cx="7291800" cy="576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24" name="Google Shape;224;p23"/>
          <p:cNvSpPr txBox="1"/>
          <p:nvPr>
            <p:ph idx="4" type="subTitle"/>
          </p:nvPr>
        </p:nvSpPr>
        <p:spPr>
          <a:xfrm>
            <a:off x="1139076" y="1240025"/>
            <a:ext cx="7291800" cy="502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1800"/>
              <a:buFont typeface="Epilogue"/>
              <a:buNone/>
              <a:defRPr b="1" sz="1800">
                <a:solidFill>
                  <a:schemeClr val="dk1"/>
                </a:solidFill>
                <a:latin typeface="Epilogue"/>
                <a:ea typeface="Epilogue"/>
                <a:cs typeface="Epilogue"/>
                <a:sym typeface="Epilogue"/>
              </a:defRPr>
            </a:lvl1pPr>
            <a:lvl2pPr lvl="1" algn="ctr">
              <a:lnSpc>
                <a:spcPct val="115000"/>
              </a:lnSpc>
              <a:spcBef>
                <a:spcPts val="0"/>
              </a:spcBef>
              <a:spcAft>
                <a:spcPts val="0"/>
              </a:spcAft>
              <a:buSzPts val="1800"/>
              <a:buFont typeface="Epilogue"/>
              <a:buNone/>
              <a:defRPr b="1" sz="1800">
                <a:latin typeface="Epilogue"/>
                <a:ea typeface="Epilogue"/>
                <a:cs typeface="Epilogue"/>
                <a:sym typeface="Epilogue"/>
              </a:defRPr>
            </a:lvl2pPr>
            <a:lvl3pPr lvl="2" algn="ctr">
              <a:lnSpc>
                <a:spcPct val="115000"/>
              </a:lnSpc>
              <a:spcBef>
                <a:spcPts val="0"/>
              </a:spcBef>
              <a:spcAft>
                <a:spcPts val="0"/>
              </a:spcAft>
              <a:buSzPts val="1800"/>
              <a:buFont typeface="Epilogue"/>
              <a:buNone/>
              <a:defRPr b="1" sz="1800">
                <a:latin typeface="Epilogue"/>
                <a:ea typeface="Epilogue"/>
                <a:cs typeface="Epilogue"/>
                <a:sym typeface="Epilogue"/>
              </a:defRPr>
            </a:lvl3pPr>
            <a:lvl4pPr lvl="3" algn="ctr">
              <a:lnSpc>
                <a:spcPct val="115000"/>
              </a:lnSpc>
              <a:spcBef>
                <a:spcPts val="0"/>
              </a:spcBef>
              <a:spcAft>
                <a:spcPts val="0"/>
              </a:spcAft>
              <a:buSzPts val="1800"/>
              <a:buFont typeface="Epilogue"/>
              <a:buNone/>
              <a:defRPr b="1" sz="1800">
                <a:latin typeface="Epilogue"/>
                <a:ea typeface="Epilogue"/>
                <a:cs typeface="Epilogue"/>
                <a:sym typeface="Epilogue"/>
              </a:defRPr>
            </a:lvl4pPr>
            <a:lvl5pPr lvl="4" algn="ctr">
              <a:lnSpc>
                <a:spcPct val="115000"/>
              </a:lnSpc>
              <a:spcBef>
                <a:spcPts val="0"/>
              </a:spcBef>
              <a:spcAft>
                <a:spcPts val="0"/>
              </a:spcAft>
              <a:buSzPts val="1800"/>
              <a:buFont typeface="Epilogue"/>
              <a:buNone/>
              <a:defRPr b="1" sz="1800">
                <a:latin typeface="Epilogue"/>
                <a:ea typeface="Epilogue"/>
                <a:cs typeface="Epilogue"/>
                <a:sym typeface="Epilogue"/>
              </a:defRPr>
            </a:lvl5pPr>
            <a:lvl6pPr lvl="5" algn="ctr">
              <a:lnSpc>
                <a:spcPct val="115000"/>
              </a:lnSpc>
              <a:spcBef>
                <a:spcPts val="0"/>
              </a:spcBef>
              <a:spcAft>
                <a:spcPts val="0"/>
              </a:spcAft>
              <a:buSzPts val="1800"/>
              <a:buFont typeface="Epilogue"/>
              <a:buNone/>
              <a:defRPr b="1" sz="1800">
                <a:latin typeface="Epilogue"/>
                <a:ea typeface="Epilogue"/>
                <a:cs typeface="Epilogue"/>
                <a:sym typeface="Epilogue"/>
              </a:defRPr>
            </a:lvl6pPr>
            <a:lvl7pPr lvl="6" algn="ctr">
              <a:lnSpc>
                <a:spcPct val="115000"/>
              </a:lnSpc>
              <a:spcBef>
                <a:spcPts val="0"/>
              </a:spcBef>
              <a:spcAft>
                <a:spcPts val="0"/>
              </a:spcAft>
              <a:buSzPts val="1800"/>
              <a:buFont typeface="Epilogue"/>
              <a:buNone/>
              <a:defRPr b="1" sz="1800">
                <a:latin typeface="Epilogue"/>
                <a:ea typeface="Epilogue"/>
                <a:cs typeface="Epilogue"/>
                <a:sym typeface="Epilogue"/>
              </a:defRPr>
            </a:lvl7pPr>
            <a:lvl8pPr lvl="7" algn="ctr">
              <a:lnSpc>
                <a:spcPct val="115000"/>
              </a:lnSpc>
              <a:spcBef>
                <a:spcPts val="0"/>
              </a:spcBef>
              <a:spcAft>
                <a:spcPts val="0"/>
              </a:spcAft>
              <a:buSzPts val="1800"/>
              <a:buFont typeface="Epilogue"/>
              <a:buNone/>
              <a:defRPr b="1" sz="1800">
                <a:latin typeface="Epilogue"/>
                <a:ea typeface="Epilogue"/>
                <a:cs typeface="Epilogue"/>
                <a:sym typeface="Epilogue"/>
              </a:defRPr>
            </a:lvl8pPr>
            <a:lvl9pPr lvl="8" algn="ctr">
              <a:lnSpc>
                <a:spcPct val="115000"/>
              </a:lnSpc>
              <a:spcBef>
                <a:spcPts val="0"/>
              </a:spcBef>
              <a:spcAft>
                <a:spcPts val="0"/>
              </a:spcAft>
              <a:buSzPts val="1800"/>
              <a:buFont typeface="Epilogue"/>
              <a:buNone/>
              <a:defRPr b="1" sz="1800">
                <a:latin typeface="Epilogue"/>
                <a:ea typeface="Epilogue"/>
                <a:cs typeface="Epilogue"/>
                <a:sym typeface="Epilogue"/>
              </a:defRPr>
            </a:lvl9pPr>
          </a:lstStyle>
          <a:p/>
        </p:txBody>
      </p:sp>
      <p:sp>
        <p:nvSpPr>
          <p:cNvPr id="225" name="Google Shape;225;p23"/>
          <p:cNvSpPr txBox="1"/>
          <p:nvPr>
            <p:ph idx="5" type="subTitle"/>
          </p:nvPr>
        </p:nvSpPr>
        <p:spPr>
          <a:xfrm>
            <a:off x="1139076" y="2446438"/>
            <a:ext cx="7291800" cy="502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1800"/>
              <a:buFont typeface="Epilogue"/>
              <a:buNone/>
              <a:defRPr b="1" sz="1800">
                <a:solidFill>
                  <a:schemeClr val="dk1"/>
                </a:solidFill>
                <a:latin typeface="Epilogue"/>
                <a:ea typeface="Epilogue"/>
                <a:cs typeface="Epilogue"/>
                <a:sym typeface="Epilogue"/>
              </a:defRPr>
            </a:lvl1pPr>
            <a:lvl2pPr lvl="1" algn="ctr">
              <a:lnSpc>
                <a:spcPct val="115000"/>
              </a:lnSpc>
              <a:spcBef>
                <a:spcPts val="0"/>
              </a:spcBef>
              <a:spcAft>
                <a:spcPts val="0"/>
              </a:spcAft>
              <a:buSzPts val="1800"/>
              <a:buFont typeface="Epilogue"/>
              <a:buNone/>
              <a:defRPr b="1" sz="1800">
                <a:latin typeface="Epilogue"/>
                <a:ea typeface="Epilogue"/>
                <a:cs typeface="Epilogue"/>
                <a:sym typeface="Epilogue"/>
              </a:defRPr>
            </a:lvl2pPr>
            <a:lvl3pPr lvl="2" algn="ctr">
              <a:lnSpc>
                <a:spcPct val="115000"/>
              </a:lnSpc>
              <a:spcBef>
                <a:spcPts val="0"/>
              </a:spcBef>
              <a:spcAft>
                <a:spcPts val="0"/>
              </a:spcAft>
              <a:buSzPts val="1800"/>
              <a:buFont typeface="Epilogue"/>
              <a:buNone/>
              <a:defRPr b="1" sz="1800">
                <a:latin typeface="Epilogue"/>
                <a:ea typeface="Epilogue"/>
                <a:cs typeface="Epilogue"/>
                <a:sym typeface="Epilogue"/>
              </a:defRPr>
            </a:lvl3pPr>
            <a:lvl4pPr lvl="3" algn="ctr">
              <a:lnSpc>
                <a:spcPct val="115000"/>
              </a:lnSpc>
              <a:spcBef>
                <a:spcPts val="0"/>
              </a:spcBef>
              <a:spcAft>
                <a:spcPts val="0"/>
              </a:spcAft>
              <a:buSzPts val="1800"/>
              <a:buFont typeface="Epilogue"/>
              <a:buNone/>
              <a:defRPr b="1" sz="1800">
                <a:latin typeface="Epilogue"/>
                <a:ea typeface="Epilogue"/>
                <a:cs typeface="Epilogue"/>
                <a:sym typeface="Epilogue"/>
              </a:defRPr>
            </a:lvl4pPr>
            <a:lvl5pPr lvl="4" algn="ctr">
              <a:lnSpc>
                <a:spcPct val="115000"/>
              </a:lnSpc>
              <a:spcBef>
                <a:spcPts val="0"/>
              </a:spcBef>
              <a:spcAft>
                <a:spcPts val="0"/>
              </a:spcAft>
              <a:buSzPts val="1800"/>
              <a:buFont typeface="Epilogue"/>
              <a:buNone/>
              <a:defRPr b="1" sz="1800">
                <a:latin typeface="Epilogue"/>
                <a:ea typeface="Epilogue"/>
                <a:cs typeface="Epilogue"/>
                <a:sym typeface="Epilogue"/>
              </a:defRPr>
            </a:lvl5pPr>
            <a:lvl6pPr lvl="5" algn="ctr">
              <a:lnSpc>
                <a:spcPct val="115000"/>
              </a:lnSpc>
              <a:spcBef>
                <a:spcPts val="0"/>
              </a:spcBef>
              <a:spcAft>
                <a:spcPts val="0"/>
              </a:spcAft>
              <a:buSzPts val="1800"/>
              <a:buFont typeface="Epilogue"/>
              <a:buNone/>
              <a:defRPr b="1" sz="1800">
                <a:latin typeface="Epilogue"/>
                <a:ea typeface="Epilogue"/>
                <a:cs typeface="Epilogue"/>
                <a:sym typeface="Epilogue"/>
              </a:defRPr>
            </a:lvl6pPr>
            <a:lvl7pPr lvl="6" algn="ctr">
              <a:lnSpc>
                <a:spcPct val="115000"/>
              </a:lnSpc>
              <a:spcBef>
                <a:spcPts val="0"/>
              </a:spcBef>
              <a:spcAft>
                <a:spcPts val="0"/>
              </a:spcAft>
              <a:buSzPts val="1800"/>
              <a:buFont typeface="Epilogue"/>
              <a:buNone/>
              <a:defRPr b="1" sz="1800">
                <a:latin typeface="Epilogue"/>
                <a:ea typeface="Epilogue"/>
                <a:cs typeface="Epilogue"/>
                <a:sym typeface="Epilogue"/>
              </a:defRPr>
            </a:lvl7pPr>
            <a:lvl8pPr lvl="7" algn="ctr">
              <a:lnSpc>
                <a:spcPct val="115000"/>
              </a:lnSpc>
              <a:spcBef>
                <a:spcPts val="0"/>
              </a:spcBef>
              <a:spcAft>
                <a:spcPts val="0"/>
              </a:spcAft>
              <a:buSzPts val="1800"/>
              <a:buFont typeface="Epilogue"/>
              <a:buNone/>
              <a:defRPr b="1" sz="1800">
                <a:latin typeface="Epilogue"/>
                <a:ea typeface="Epilogue"/>
                <a:cs typeface="Epilogue"/>
                <a:sym typeface="Epilogue"/>
              </a:defRPr>
            </a:lvl8pPr>
            <a:lvl9pPr lvl="8" algn="ctr">
              <a:lnSpc>
                <a:spcPct val="115000"/>
              </a:lnSpc>
              <a:spcBef>
                <a:spcPts val="0"/>
              </a:spcBef>
              <a:spcAft>
                <a:spcPts val="0"/>
              </a:spcAft>
              <a:buSzPts val="1800"/>
              <a:buFont typeface="Epilogue"/>
              <a:buNone/>
              <a:defRPr b="1" sz="1800">
                <a:latin typeface="Epilogue"/>
                <a:ea typeface="Epilogue"/>
                <a:cs typeface="Epilogue"/>
                <a:sym typeface="Epilogue"/>
              </a:defRPr>
            </a:lvl9pPr>
          </a:lstStyle>
          <a:p/>
        </p:txBody>
      </p:sp>
      <p:sp>
        <p:nvSpPr>
          <p:cNvPr id="226" name="Google Shape;226;p23"/>
          <p:cNvSpPr txBox="1"/>
          <p:nvPr>
            <p:ph idx="6" type="subTitle"/>
          </p:nvPr>
        </p:nvSpPr>
        <p:spPr>
          <a:xfrm>
            <a:off x="1139076" y="3652850"/>
            <a:ext cx="7291800" cy="502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1800"/>
              <a:buFont typeface="Epilogue"/>
              <a:buNone/>
              <a:defRPr b="1" sz="1800">
                <a:solidFill>
                  <a:schemeClr val="dk1"/>
                </a:solidFill>
                <a:latin typeface="Epilogue"/>
                <a:ea typeface="Epilogue"/>
                <a:cs typeface="Epilogue"/>
                <a:sym typeface="Epilogue"/>
              </a:defRPr>
            </a:lvl1pPr>
            <a:lvl2pPr lvl="1" algn="ctr">
              <a:lnSpc>
                <a:spcPct val="115000"/>
              </a:lnSpc>
              <a:spcBef>
                <a:spcPts val="0"/>
              </a:spcBef>
              <a:spcAft>
                <a:spcPts val="0"/>
              </a:spcAft>
              <a:buSzPts val="1800"/>
              <a:buFont typeface="Epilogue"/>
              <a:buNone/>
              <a:defRPr b="1" sz="1800">
                <a:latin typeface="Epilogue"/>
                <a:ea typeface="Epilogue"/>
                <a:cs typeface="Epilogue"/>
                <a:sym typeface="Epilogue"/>
              </a:defRPr>
            </a:lvl2pPr>
            <a:lvl3pPr lvl="2" algn="ctr">
              <a:lnSpc>
                <a:spcPct val="115000"/>
              </a:lnSpc>
              <a:spcBef>
                <a:spcPts val="0"/>
              </a:spcBef>
              <a:spcAft>
                <a:spcPts val="0"/>
              </a:spcAft>
              <a:buSzPts val="1800"/>
              <a:buFont typeface="Epilogue"/>
              <a:buNone/>
              <a:defRPr b="1" sz="1800">
                <a:latin typeface="Epilogue"/>
                <a:ea typeface="Epilogue"/>
                <a:cs typeface="Epilogue"/>
                <a:sym typeface="Epilogue"/>
              </a:defRPr>
            </a:lvl3pPr>
            <a:lvl4pPr lvl="3" algn="ctr">
              <a:lnSpc>
                <a:spcPct val="115000"/>
              </a:lnSpc>
              <a:spcBef>
                <a:spcPts val="0"/>
              </a:spcBef>
              <a:spcAft>
                <a:spcPts val="0"/>
              </a:spcAft>
              <a:buSzPts val="1800"/>
              <a:buFont typeface="Epilogue"/>
              <a:buNone/>
              <a:defRPr b="1" sz="1800">
                <a:latin typeface="Epilogue"/>
                <a:ea typeface="Epilogue"/>
                <a:cs typeface="Epilogue"/>
                <a:sym typeface="Epilogue"/>
              </a:defRPr>
            </a:lvl4pPr>
            <a:lvl5pPr lvl="4" algn="ctr">
              <a:lnSpc>
                <a:spcPct val="115000"/>
              </a:lnSpc>
              <a:spcBef>
                <a:spcPts val="0"/>
              </a:spcBef>
              <a:spcAft>
                <a:spcPts val="0"/>
              </a:spcAft>
              <a:buSzPts val="1800"/>
              <a:buFont typeface="Epilogue"/>
              <a:buNone/>
              <a:defRPr b="1" sz="1800">
                <a:latin typeface="Epilogue"/>
                <a:ea typeface="Epilogue"/>
                <a:cs typeface="Epilogue"/>
                <a:sym typeface="Epilogue"/>
              </a:defRPr>
            </a:lvl5pPr>
            <a:lvl6pPr lvl="5" algn="ctr">
              <a:lnSpc>
                <a:spcPct val="115000"/>
              </a:lnSpc>
              <a:spcBef>
                <a:spcPts val="0"/>
              </a:spcBef>
              <a:spcAft>
                <a:spcPts val="0"/>
              </a:spcAft>
              <a:buSzPts val="1800"/>
              <a:buFont typeface="Epilogue"/>
              <a:buNone/>
              <a:defRPr b="1" sz="1800">
                <a:latin typeface="Epilogue"/>
                <a:ea typeface="Epilogue"/>
                <a:cs typeface="Epilogue"/>
                <a:sym typeface="Epilogue"/>
              </a:defRPr>
            </a:lvl6pPr>
            <a:lvl7pPr lvl="6" algn="ctr">
              <a:lnSpc>
                <a:spcPct val="115000"/>
              </a:lnSpc>
              <a:spcBef>
                <a:spcPts val="0"/>
              </a:spcBef>
              <a:spcAft>
                <a:spcPts val="0"/>
              </a:spcAft>
              <a:buSzPts val="1800"/>
              <a:buFont typeface="Epilogue"/>
              <a:buNone/>
              <a:defRPr b="1" sz="1800">
                <a:latin typeface="Epilogue"/>
                <a:ea typeface="Epilogue"/>
                <a:cs typeface="Epilogue"/>
                <a:sym typeface="Epilogue"/>
              </a:defRPr>
            </a:lvl7pPr>
            <a:lvl8pPr lvl="7" algn="ctr">
              <a:lnSpc>
                <a:spcPct val="115000"/>
              </a:lnSpc>
              <a:spcBef>
                <a:spcPts val="0"/>
              </a:spcBef>
              <a:spcAft>
                <a:spcPts val="0"/>
              </a:spcAft>
              <a:buSzPts val="1800"/>
              <a:buFont typeface="Epilogue"/>
              <a:buNone/>
              <a:defRPr b="1" sz="1800">
                <a:latin typeface="Epilogue"/>
                <a:ea typeface="Epilogue"/>
                <a:cs typeface="Epilogue"/>
                <a:sym typeface="Epilogue"/>
              </a:defRPr>
            </a:lvl8pPr>
            <a:lvl9pPr lvl="8" algn="ctr">
              <a:lnSpc>
                <a:spcPct val="115000"/>
              </a:lnSpc>
              <a:spcBef>
                <a:spcPts val="0"/>
              </a:spcBef>
              <a:spcAft>
                <a:spcPts val="0"/>
              </a:spcAft>
              <a:buSzPts val="1800"/>
              <a:buFont typeface="Epilogue"/>
              <a:buNone/>
              <a:defRPr b="1" sz="1800">
                <a:latin typeface="Epilogue"/>
                <a:ea typeface="Epilogue"/>
                <a:cs typeface="Epilogue"/>
                <a:sym typeface="Epilogue"/>
              </a:defRPr>
            </a:lvl9pPr>
          </a:lstStyle>
          <a:p/>
        </p:txBody>
      </p:sp>
      <p:sp>
        <p:nvSpPr>
          <p:cNvPr id="227" name="Google Shape;227;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28" name="Shape 228"/>
        <p:cNvGrpSpPr/>
        <p:nvPr/>
      </p:nvGrpSpPr>
      <p:grpSpPr>
        <a:xfrm>
          <a:off x="0" y="0"/>
          <a:ext cx="0" cy="0"/>
          <a:chOff x="0" y="0"/>
          <a:chExt cx="0" cy="0"/>
        </a:xfrm>
      </p:grpSpPr>
      <p:sp>
        <p:nvSpPr>
          <p:cNvPr id="229" name="Google Shape;229;p24"/>
          <p:cNvSpPr/>
          <p:nvPr/>
        </p:nvSpPr>
        <p:spPr>
          <a:xfrm>
            <a:off x="6441150" y="4931800"/>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nvGrpSpPr>
          <p:cNvPr id="230" name="Google Shape;230;p24"/>
          <p:cNvGrpSpPr/>
          <p:nvPr/>
        </p:nvGrpSpPr>
        <p:grpSpPr>
          <a:xfrm>
            <a:off x="-123013" y="147910"/>
            <a:ext cx="6768198" cy="5009100"/>
            <a:chOff x="-123013" y="147910"/>
            <a:chExt cx="6768198" cy="5009100"/>
          </a:xfrm>
        </p:grpSpPr>
        <p:sp>
          <p:nvSpPr>
            <p:cNvPr id="231" name="Google Shape;231;p24"/>
            <p:cNvSpPr/>
            <p:nvPr/>
          </p:nvSpPr>
          <p:spPr>
            <a:xfrm flipH="1" rot="10800000">
              <a:off x="-123013" y="147910"/>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232" name="Google Shape;232;p24"/>
            <p:cNvSpPr/>
            <p:nvPr/>
          </p:nvSpPr>
          <p:spPr>
            <a:xfrm>
              <a:off x="6342067" y="213016"/>
              <a:ext cx="190411" cy="157159"/>
            </a:xfrm>
            <a:custGeom>
              <a:rect b="b" l="l" r="r" t="t"/>
              <a:pathLst>
                <a:path extrusionOk="0" h="898" w="1088">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3" name="Google Shape;233;p24"/>
            <p:cNvSpPr/>
            <p:nvPr/>
          </p:nvSpPr>
          <p:spPr>
            <a:xfrm>
              <a:off x="6532479" y="199015"/>
              <a:ext cx="29227" cy="182185"/>
            </a:xfrm>
            <a:custGeom>
              <a:rect b="b" l="l" r="r" t="t"/>
              <a:pathLst>
                <a:path extrusionOk="0" h="1041" w="167">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4" name="Google Shape;234;p24"/>
            <p:cNvSpPr/>
            <p:nvPr/>
          </p:nvSpPr>
          <p:spPr>
            <a:xfrm>
              <a:off x="6561705" y="314522"/>
              <a:ext cx="83480" cy="25026"/>
            </a:xfrm>
            <a:custGeom>
              <a:rect b="b" l="l" r="r" t="t"/>
              <a:pathLst>
                <a:path extrusionOk="0" h="143" w="477">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cap="rnd" cmpd="sng" w="9525">
              <a:solidFill>
                <a:schemeClr val="dk1"/>
              </a:solidFill>
              <a:prstDash val="solid"/>
              <a:round/>
              <a:headEnd len="sm" w="sm" type="none"/>
              <a:tailEnd len="sm" w="sm" type="none"/>
            </a:ln>
          </p:spPr>
          <p:txBody>
            <a:bodyPr anchorCtr="1" anchor="ctr" bIns="700" lIns="95750" spcFirstLastPara="1" rIns="95750" wrap="square" tIns="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 name="Google Shape;235;p24"/>
            <p:cNvSpPr/>
            <p:nvPr/>
          </p:nvSpPr>
          <p:spPr>
            <a:xfrm>
              <a:off x="6561705" y="240668"/>
              <a:ext cx="83480" cy="25201"/>
            </a:xfrm>
            <a:custGeom>
              <a:rect b="b" l="l" r="r" t="t"/>
              <a:pathLst>
                <a:path extrusionOk="0" h="144" w="477">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cap="rnd" cmpd="sng" w="9525">
              <a:solidFill>
                <a:schemeClr val="dk1"/>
              </a:solidFill>
              <a:prstDash val="solid"/>
              <a:round/>
              <a:headEnd len="sm" w="sm" type="none"/>
              <a:tailEnd len="sm" w="sm" type="none"/>
            </a:ln>
          </p:spPr>
          <p:txBody>
            <a:bodyPr anchorCtr="1" anchor="ctr" bIns="1075" lIns="95750" spcFirstLastPara="1" rIns="95750" wrap="square" tIns="10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36" name="Google Shape;236;p24"/>
            <p:cNvCxnSpPr>
              <a:endCxn id="231" idx="3"/>
            </p:cNvCxnSpPr>
            <p:nvPr/>
          </p:nvCxnSpPr>
          <p:spPr>
            <a:xfrm rot="10800000">
              <a:off x="1053587" y="290110"/>
              <a:ext cx="5285100" cy="0"/>
            </a:xfrm>
            <a:prstGeom prst="straightConnector1">
              <a:avLst/>
            </a:prstGeom>
            <a:noFill/>
            <a:ln cap="flat" cmpd="sng" w="9525">
              <a:solidFill>
                <a:schemeClr val="dk1"/>
              </a:solidFill>
              <a:prstDash val="solid"/>
              <a:round/>
              <a:headEnd len="sm" w="sm" type="none"/>
              <a:tailEnd len="sm" w="sm" type="none"/>
            </a:ln>
          </p:spPr>
        </p:cxnSp>
        <p:cxnSp>
          <p:nvCxnSpPr>
            <p:cNvPr id="237" name="Google Shape;237;p24"/>
            <p:cNvCxnSpPr>
              <a:endCxn id="231" idx="0"/>
            </p:cNvCxnSpPr>
            <p:nvPr/>
          </p:nvCxnSpPr>
          <p:spPr>
            <a:xfrm rot="10800000">
              <a:off x="465287" y="432310"/>
              <a:ext cx="0" cy="4724700"/>
            </a:xfrm>
            <a:prstGeom prst="straightConnector1">
              <a:avLst/>
            </a:prstGeom>
            <a:noFill/>
            <a:ln cap="flat" cmpd="sng" w="9525">
              <a:solidFill>
                <a:schemeClr val="dk1"/>
              </a:solidFill>
              <a:prstDash val="solid"/>
              <a:round/>
              <a:headEnd len="sm" w="sm" type="none"/>
              <a:tailEnd len="sm" w="sm" type="none"/>
            </a:ln>
          </p:spPr>
        </p:cxnSp>
      </p:grpSp>
      <p:sp>
        <p:nvSpPr>
          <p:cNvPr id="238" name="Google Shape;238;p24"/>
          <p:cNvSpPr/>
          <p:nvPr>
            <p:ph idx="2" type="pic"/>
          </p:nvPr>
        </p:nvSpPr>
        <p:spPr>
          <a:xfrm>
            <a:off x="713225" y="1353275"/>
            <a:ext cx="3666300" cy="3250800"/>
          </a:xfrm>
          <a:prstGeom prst="rect">
            <a:avLst/>
          </a:prstGeom>
          <a:noFill/>
          <a:ln cap="flat" cmpd="sng" w="9525">
            <a:solidFill>
              <a:schemeClr val="dk1"/>
            </a:solidFill>
            <a:prstDash val="dash"/>
            <a:round/>
            <a:headEnd len="sm" w="sm" type="none"/>
            <a:tailEnd len="sm" w="sm" type="none"/>
          </a:ln>
        </p:spPr>
      </p:sp>
      <p:sp>
        <p:nvSpPr>
          <p:cNvPr id="239" name="Google Shape;239;p24"/>
          <p:cNvSpPr txBox="1"/>
          <p:nvPr>
            <p:ph type="title"/>
          </p:nvPr>
        </p:nvSpPr>
        <p:spPr>
          <a:xfrm>
            <a:off x="713225" y="539500"/>
            <a:ext cx="7717200" cy="576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0" name="Google Shape;240;p24"/>
          <p:cNvSpPr txBox="1"/>
          <p:nvPr>
            <p:ph idx="1" type="subTitle"/>
          </p:nvPr>
        </p:nvSpPr>
        <p:spPr>
          <a:xfrm>
            <a:off x="4517000" y="1353275"/>
            <a:ext cx="3913500" cy="3250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Char char="☐"/>
              <a:defRPr/>
            </a:lvl1pPr>
            <a:lvl2pPr lvl="1" algn="ctr">
              <a:lnSpc>
                <a:spcPct val="115000"/>
              </a:lnSpc>
              <a:spcBef>
                <a:spcPts val="0"/>
              </a:spcBef>
              <a:spcAft>
                <a:spcPts val="0"/>
              </a:spcAft>
              <a:buClr>
                <a:srgbClr val="E76A28"/>
              </a:buClr>
              <a:buSzPts val="1600"/>
              <a:buFont typeface="Nunito Light"/>
              <a:buChar char="○"/>
              <a:defRPr/>
            </a:lvl2pPr>
            <a:lvl3pPr lvl="2" algn="ctr">
              <a:lnSpc>
                <a:spcPct val="115000"/>
              </a:lnSpc>
              <a:spcBef>
                <a:spcPts val="0"/>
              </a:spcBef>
              <a:spcAft>
                <a:spcPts val="0"/>
              </a:spcAft>
              <a:buClr>
                <a:srgbClr val="E76A28"/>
              </a:buClr>
              <a:buSzPts val="1500"/>
              <a:buFont typeface="Nunito Light"/>
              <a:buChar char="■"/>
              <a:defRPr/>
            </a:lvl3pPr>
            <a:lvl4pPr lvl="3" algn="ctr">
              <a:lnSpc>
                <a:spcPct val="115000"/>
              </a:lnSpc>
              <a:spcBef>
                <a:spcPts val="0"/>
              </a:spcBef>
              <a:spcAft>
                <a:spcPts val="0"/>
              </a:spcAft>
              <a:buClr>
                <a:srgbClr val="E76A28"/>
              </a:buClr>
              <a:buSzPts val="1500"/>
              <a:buFont typeface="Nunito Light"/>
              <a:buChar char="●"/>
              <a:defRPr/>
            </a:lvl4pPr>
            <a:lvl5pPr lvl="4" algn="ctr">
              <a:lnSpc>
                <a:spcPct val="115000"/>
              </a:lnSpc>
              <a:spcBef>
                <a:spcPts val="0"/>
              </a:spcBef>
              <a:spcAft>
                <a:spcPts val="0"/>
              </a:spcAft>
              <a:buClr>
                <a:srgbClr val="E76A28"/>
              </a:buClr>
              <a:buSzPts val="1400"/>
              <a:buFont typeface="Nunito Light"/>
              <a:buChar char="○"/>
              <a:defRPr/>
            </a:lvl5pPr>
            <a:lvl6pPr lvl="5" algn="ctr">
              <a:lnSpc>
                <a:spcPct val="115000"/>
              </a:lnSpc>
              <a:spcBef>
                <a:spcPts val="0"/>
              </a:spcBef>
              <a:spcAft>
                <a:spcPts val="0"/>
              </a:spcAft>
              <a:buClr>
                <a:srgbClr val="999999"/>
              </a:buClr>
              <a:buSzPts val="1400"/>
              <a:buFont typeface="Nunito Light"/>
              <a:buChar char="■"/>
              <a:defRPr/>
            </a:lvl6pPr>
            <a:lvl7pPr lvl="6" algn="ctr">
              <a:lnSpc>
                <a:spcPct val="115000"/>
              </a:lnSpc>
              <a:spcBef>
                <a:spcPts val="0"/>
              </a:spcBef>
              <a:spcAft>
                <a:spcPts val="0"/>
              </a:spcAft>
              <a:buClr>
                <a:srgbClr val="999999"/>
              </a:buClr>
              <a:buSzPts val="1300"/>
              <a:buFont typeface="Nunito Light"/>
              <a:buChar char="●"/>
              <a:defRPr/>
            </a:lvl7pPr>
            <a:lvl8pPr lvl="7" algn="ctr">
              <a:lnSpc>
                <a:spcPct val="115000"/>
              </a:lnSpc>
              <a:spcBef>
                <a:spcPts val="0"/>
              </a:spcBef>
              <a:spcAft>
                <a:spcPts val="0"/>
              </a:spcAft>
              <a:buClr>
                <a:srgbClr val="999999"/>
              </a:buClr>
              <a:buSzPts val="1300"/>
              <a:buFont typeface="Nunito Light"/>
              <a:buChar char="○"/>
              <a:defRPr/>
            </a:lvl8pPr>
            <a:lvl9pPr lvl="8" algn="ctr">
              <a:lnSpc>
                <a:spcPct val="115000"/>
              </a:lnSpc>
              <a:spcBef>
                <a:spcPts val="0"/>
              </a:spcBef>
              <a:spcAft>
                <a:spcPts val="0"/>
              </a:spcAft>
              <a:buClr>
                <a:srgbClr val="999999"/>
              </a:buClr>
              <a:buSzPts val="1400"/>
              <a:buFont typeface="Nunito Light"/>
              <a:buChar char="■"/>
              <a:defRPr/>
            </a:lvl9pPr>
          </a:lstStyle>
          <a:p/>
        </p:txBody>
      </p:sp>
      <p:sp>
        <p:nvSpPr>
          <p:cNvPr id="241" name="Google Shape;241;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2" name="Shape 242"/>
        <p:cNvGrpSpPr/>
        <p:nvPr/>
      </p:nvGrpSpPr>
      <p:grpSpPr>
        <a:xfrm>
          <a:off x="0" y="0"/>
          <a:ext cx="0" cy="0"/>
          <a:chOff x="0" y="0"/>
          <a:chExt cx="0" cy="0"/>
        </a:xfrm>
      </p:grpSpPr>
      <p:sp>
        <p:nvSpPr>
          <p:cNvPr id="243" name="Google Shape;243;p25"/>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4" name="Google Shape;244;p25"/>
          <p:cNvSpPr txBox="1"/>
          <p:nvPr>
            <p:ph idx="1" type="subTitle"/>
          </p:nvPr>
        </p:nvSpPr>
        <p:spPr>
          <a:xfrm>
            <a:off x="1496063" y="3550096"/>
            <a:ext cx="6766500" cy="1053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45" name="Google Shape;245;p25"/>
          <p:cNvSpPr txBox="1"/>
          <p:nvPr>
            <p:ph idx="2" type="subTitle"/>
          </p:nvPr>
        </p:nvSpPr>
        <p:spPr>
          <a:xfrm>
            <a:off x="1495837" y="1786032"/>
            <a:ext cx="6766500" cy="1053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46" name="Google Shape;246;p25"/>
          <p:cNvSpPr txBox="1"/>
          <p:nvPr>
            <p:ph idx="3" type="subTitle"/>
          </p:nvPr>
        </p:nvSpPr>
        <p:spPr>
          <a:xfrm>
            <a:off x="1495838" y="1396350"/>
            <a:ext cx="6766500" cy="502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1800"/>
              <a:buFont typeface="Epilogue"/>
              <a:buNone/>
              <a:defRPr b="1" sz="1800">
                <a:solidFill>
                  <a:schemeClr val="dk1"/>
                </a:solidFill>
                <a:latin typeface="Epilogue"/>
                <a:ea typeface="Epilogue"/>
                <a:cs typeface="Epilogue"/>
                <a:sym typeface="Epilogue"/>
              </a:defRPr>
            </a:lvl1pPr>
            <a:lvl2pPr lvl="1" algn="ctr">
              <a:lnSpc>
                <a:spcPct val="115000"/>
              </a:lnSpc>
              <a:spcBef>
                <a:spcPts val="0"/>
              </a:spcBef>
              <a:spcAft>
                <a:spcPts val="0"/>
              </a:spcAft>
              <a:buSzPts val="1800"/>
              <a:buFont typeface="Epilogue"/>
              <a:buNone/>
              <a:defRPr b="1" sz="1800">
                <a:latin typeface="Epilogue"/>
                <a:ea typeface="Epilogue"/>
                <a:cs typeface="Epilogue"/>
                <a:sym typeface="Epilogue"/>
              </a:defRPr>
            </a:lvl2pPr>
            <a:lvl3pPr lvl="2" algn="ctr">
              <a:lnSpc>
                <a:spcPct val="115000"/>
              </a:lnSpc>
              <a:spcBef>
                <a:spcPts val="0"/>
              </a:spcBef>
              <a:spcAft>
                <a:spcPts val="0"/>
              </a:spcAft>
              <a:buSzPts val="1800"/>
              <a:buFont typeface="Epilogue"/>
              <a:buNone/>
              <a:defRPr b="1" sz="1800">
                <a:latin typeface="Epilogue"/>
                <a:ea typeface="Epilogue"/>
                <a:cs typeface="Epilogue"/>
                <a:sym typeface="Epilogue"/>
              </a:defRPr>
            </a:lvl3pPr>
            <a:lvl4pPr lvl="3" algn="ctr">
              <a:lnSpc>
                <a:spcPct val="115000"/>
              </a:lnSpc>
              <a:spcBef>
                <a:spcPts val="0"/>
              </a:spcBef>
              <a:spcAft>
                <a:spcPts val="0"/>
              </a:spcAft>
              <a:buSzPts val="1800"/>
              <a:buFont typeface="Epilogue"/>
              <a:buNone/>
              <a:defRPr b="1" sz="1800">
                <a:latin typeface="Epilogue"/>
                <a:ea typeface="Epilogue"/>
                <a:cs typeface="Epilogue"/>
                <a:sym typeface="Epilogue"/>
              </a:defRPr>
            </a:lvl4pPr>
            <a:lvl5pPr lvl="4" algn="ctr">
              <a:lnSpc>
                <a:spcPct val="115000"/>
              </a:lnSpc>
              <a:spcBef>
                <a:spcPts val="0"/>
              </a:spcBef>
              <a:spcAft>
                <a:spcPts val="0"/>
              </a:spcAft>
              <a:buSzPts val="1800"/>
              <a:buFont typeface="Epilogue"/>
              <a:buNone/>
              <a:defRPr b="1" sz="1800">
                <a:latin typeface="Epilogue"/>
                <a:ea typeface="Epilogue"/>
                <a:cs typeface="Epilogue"/>
                <a:sym typeface="Epilogue"/>
              </a:defRPr>
            </a:lvl5pPr>
            <a:lvl6pPr lvl="5" algn="ctr">
              <a:lnSpc>
                <a:spcPct val="115000"/>
              </a:lnSpc>
              <a:spcBef>
                <a:spcPts val="0"/>
              </a:spcBef>
              <a:spcAft>
                <a:spcPts val="0"/>
              </a:spcAft>
              <a:buSzPts val="1800"/>
              <a:buFont typeface="Epilogue"/>
              <a:buNone/>
              <a:defRPr b="1" sz="1800">
                <a:latin typeface="Epilogue"/>
                <a:ea typeface="Epilogue"/>
                <a:cs typeface="Epilogue"/>
                <a:sym typeface="Epilogue"/>
              </a:defRPr>
            </a:lvl6pPr>
            <a:lvl7pPr lvl="6" algn="ctr">
              <a:lnSpc>
                <a:spcPct val="115000"/>
              </a:lnSpc>
              <a:spcBef>
                <a:spcPts val="0"/>
              </a:spcBef>
              <a:spcAft>
                <a:spcPts val="0"/>
              </a:spcAft>
              <a:buSzPts val="1800"/>
              <a:buFont typeface="Epilogue"/>
              <a:buNone/>
              <a:defRPr b="1" sz="1800">
                <a:latin typeface="Epilogue"/>
                <a:ea typeface="Epilogue"/>
                <a:cs typeface="Epilogue"/>
                <a:sym typeface="Epilogue"/>
              </a:defRPr>
            </a:lvl7pPr>
            <a:lvl8pPr lvl="7" algn="ctr">
              <a:lnSpc>
                <a:spcPct val="115000"/>
              </a:lnSpc>
              <a:spcBef>
                <a:spcPts val="0"/>
              </a:spcBef>
              <a:spcAft>
                <a:spcPts val="0"/>
              </a:spcAft>
              <a:buSzPts val="1800"/>
              <a:buFont typeface="Epilogue"/>
              <a:buNone/>
              <a:defRPr b="1" sz="1800">
                <a:latin typeface="Epilogue"/>
                <a:ea typeface="Epilogue"/>
                <a:cs typeface="Epilogue"/>
                <a:sym typeface="Epilogue"/>
              </a:defRPr>
            </a:lvl8pPr>
            <a:lvl9pPr lvl="8" algn="ctr">
              <a:lnSpc>
                <a:spcPct val="115000"/>
              </a:lnSpc>
              <a:spcBef>
                <a:spcPts val="0"/>
              </a:spcBef>
              <a:spcAft>
                <a:spcPts val="0"/>
              </a:spcAft>
              <a:buSzPts val="1800"/>
              <a:buFont typeface="Epilogue"/>
              <a:buNone/>
              <a:defRPr b="1" sz="1800">
                <a:latin typeface="Epilogue"/>
                <a:ea typeface="Epilogue"/>
                <a:cs typeface="Epilogue"/>
                <a:sym typeface="Epilogue"/>
              </a:defRPr>
            </a:lvl9pPr>
          </a:lstStyle>
          <a:p/>
        </p:txBody>
      </p:sp>
      <p:sp>
        <p:nvSpPr>
          <p:cNvPr id="247" name="Google Shape;247;p25"/>
          <p:cNvSpPr txBox="1"/>
          <p:nvPr>
            <p:ph idx="4" type="subTitle"/>
          </p:nvPr>
        </p:nvSpPr>
        <p:spPr>
          <a:xfrm>
            <a:off x="1496068" y="3160415"/>
            <a:ext cx="6766500" cy="502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1800"/>
              <a:buFont typeface="Epilogue"/>
              <a:buNone/>
              <a:defRPr b="1" sz="1800">
                <a:solidFill>
                  <a:schemeClr val="dk1"/>
                </a:solidFill>
                <a:latin typeface="Epilogue"/>
                <a:ea typeface="Epilogue"/>
                <a:cs typeface="Epilogue"/>
                <a:sym typeface="Epilogue"/>
              </a:defRPr>
            </a:lvl1pPr>
            <a:lvl2pPr lvl="1" algn="ctr">
              <a:lnSpc>
                <a:spcPct val="115000"/>
              </a:lnSpc>
              <a:spcBef>
                <a:spcPts val="0"/>
              </a:spcBef>
              <a:spcAft>
                <a:spcPts val="0"/>
              </a:spcAft>
              <a:buSzPts val="1800"/>
              <a:buFont typeface="Epilogue"/>
              <a:buNone/>
              <a:defRPr b="1" sz="1800">
                <a:latin typeface="Epilogue"/>
                <a:ea typeface="Epilogue"/>
                <a:cs typeface="Epilogue"/>
                <a:sym typeface="Epilogue"/>
              </a:defRPr>
            </a:lvl2pPr>
            <a:lvl3pPr lvl="2" algn="ctr">
              <a:lnSpc>
                <a:spcPct val="115000"/>
              </a:lnSpc>
              <a:spcBef>
                <a:spcPts val="0"/>
              </a:spcBef>
              <a:spcAft>
                <a:spcPts val="0"/>
              </a:spcAft>
              <a:buSzPts val="1800"/>
              <a:buFont typeface="Epilogue"/>
              <a:buNone/>
              <a:defRPr b="1" sz="1800">
                <a:latin typeface="Epilogue"/>
                <a:ea typeface="Epilogue"/>
                <a:cs typeface="Epilogue"/>
                <a:sym typeface="Epilogue"/>
              </a:defRPr>
            </a:lvl3pPr>
            <a:lvl4pPr lvl="3" algn="ctr">
              <a:lnSpc>
                <a:spcPct val="115000"/>
              </a:lnSpc>
              <a:spcBef>
                <a:spcPts val="0"/>
              </a:spcBef>
              <a:spcAft>
                <a:spcPts val="0"/>
              </a:spcAft>
              <a:buSzPts val="1800"/>
              <a:buFont typeface="Epilogue"/>
              <a:buNone/>
              <a:defRPr b="1" sz="1800">
                <a:latin typeface="Epilogue"/>
                <a:ea typeface="Epilogue"/>
                <a:cs typeface="Epilogue"/>
                <a:sym typeface="Epilogue"/>
              </a:defRPr>
            </a:lvl4pPr>
            <a:lvl5pPr lvl="4" algn="ctr">
              <a:lnSpc>
                <a:spcPct val="115000"/>
              </a:lnSpc>
              <a:spcBef>
                <a:spcPts val="0"/>
              </a:spcBef>
              <a:spcAft>
                <a:spcPts val="0"/>
              </a:spcAft>
              <a:buSzPts val="1800"/>
              <a:buFont typeface="Epilogue"/>
              <a:buNone/>
              <a:defRPr b="1" sz="1800">
                <a:latin typeface="Epilogue"/>
                <a:ea typeface="Epilogue"/>
                <a:cs typeface="Epilogue"/>
                <a:sym typeface="Epilogue"/>
              </a:defRPr>
            </a:lvl5pPr>
            <a:lvl6pPr lvl="5" algn="ctr">
              <a:lnSpc>
                <a:spcPct val="115000"/>
              </a:lnSpc>
              <a:spcBef>
                <a:spcPts val="0"/>
              </a:spcBef>
              <a:spcAft>
                <a:spcPts val="0"/>
              </a:spcAft>
              <a:buSzPts val="1800"/>
              <a:buFont typeface="Epilogue"/>
              <a:buNone/>
              <a:defRPr b="1" sz="1800">
                <a:latin typeface="Epilogue"/>
                <a:ea typeface="Epilogue"/>
                <a:cs typeface="Epilogue"/>
                <a:sym typeface="Epilogue"/>
              </a:defRPr>
            </a:lvl6pPr>
            <a:lvl7pPr lvl="6" algn="ctr">
              <a:lnSpc>
                <a:spcPct val="115000"/>
              </a:lnSpc>
              <a:spcBef>
                <a:spcPts val="0"/>
              </a:spcBef>
              <a:spcAft>
                <a:spcPts val="0"/>
              </a:spcAft>
              <a:buSzPts val="1800"/>
              <a:buFont typeface="Epilogue"/>
              <a:buNone/>
              <a:defRPr b="1" sz="1800">
                <a:latin typeface="Epilogue"/>
                <a:ea typeface="Epilogue"/>
                <a:cs typeface="Epilogue"/>
                <a:sym typeface="Epilogue"/>
              </a:defRPr>
            </a:lvl7pPr>
            <a:lvl8pPr lvl="7" algn="ctr">
              <a:lnSpc>
                <a:spcPct val="115000"/>
              </a:lnSpc>
              <a:spcBef>
                <a:spcPts val="0"/>
              </a:spcBef>
              <a:spcAft>
                <a:spcPts val="0"/>
              </a:spcAft>
              <a:buSzPts val="1800"/>
              <a:buFont typeface="Epilogue"/>
              <a:buNone/>
              <a:defRPr b="1" sz="1800">
                <a:latin typeface="Epilogue"/>
                <a:ea typeface="Epilogue"/>
                <a:cs typeface="Epilogue"/>
                <a:sym typeface="Epilogue"/>
              </a:defRPr>
            </a:lvl8pPr>
            <a:lvl9pPr lvl="8" algn="ctr">
              <a:lnSpc>
                <a:spcPct val="115000"/>
              </a:lnSpc>
              <a:spcBef>
                <a:spcPts val="0"/>
              </a:spcBef>
              <a:spcAft>
                <a:spcPts val="0"/>
              </a:spcAft>
              <a:buSzPts val="1800"/>
              <a:buFont typeface="Epilogue"/>
              <a:buNone/>
              <a:defRPr b="1" sz="1800">
                <a:latin typeface="Epilogue"/>
                <a:ea typeface="Epilogue"/>
                <a:cs typeface="Epilogue"/>
                <a:sym typeface="Epilogue"/>
              </a:defRPr>
            </a:lvl9pPr>
          </a:lstStyle>
          <a:p/>
        </p:txBody>
      </p:sp>
      <p:grpSp>
        <p:nvGrpSpPr>
          <p:cNvPr id="248" name="Google Shape;248;p25"/>
          <p:cNvGrpSpPr/>
          <p:nvPr/>
        </p:nvGrpSpPr>
        <p:grpSpPr>
          <a:xfrm>
            <a:off x="26" y="-26302"/>
            <a:ext cx="9143964" cy="5555700"/>
            <a:chOff x="26" y="-26302"/>
            <a:chExt cx="9143964" cy="5555700"/>
          </a:xfrm>
        </p:grpSpPr>
        <p:grpSp>
          <p:nvGrpSpPr>
            <p:cNvPr id="249" name="Google Shape;249;p25"/>
            <p:cNvGrpSpPr/>
            <p:nvPr/>
          </p:nvGrpSpPr>
          <p:grpSpPr>
            <a:xfrm flipH="1">
              <a:off x="26" y="-26302"/>
              <a:ext cx="1357398" cy="5555700"/>
              <a:chOff x="7798852" y="-39350"/>
              <a:chExt cx="1357398" cy="5555700"/>
            </a:xfrm>
          </p:grpSpPr>
          <p:sp>
            <p:nvSpPr>
              <p:cNvPr id="250" name="Google Shape;250;p25"/>
              <p:cNvSpPr/>
              <p:nvPr/>
            </p:nvSpPr>
            <p:spPr>
              <a:xfrm rot="5400000">
                <a:off x="8217575" y="4785850"/>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251" name="Google Shape;251;p25"/>
              <p:cNvSpPr/>
              <p:nvPr/>
            </p:nvSpPr>
            <p:spPr>
              <a:xfrm flipH="1">
                <a:off x="7911559" y="204768"/>
                <a:ext cx="190411" cy="157159"/>
              </a:xfrm>
              <a:custGeom>
                <a:rect b="b" l="l" r="r" t="t"/>
                <a:pathLst>
                  <a:path extrusionOk="0" h="898" w="1088">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2" name="Google Shape;252;p25"/>
              <p:cNvSpPr/>
              <p:nvPr/>
            </p:nvSpPr>
            <p:spPr>
              <a:xfrm flipH="1">
                <a:off x="7882332" y="190767"/>
                <a:ext cx="29227" cy="182185"/>
              </a:xfrm>
              <a:custGeom>
                <a:rect b="b" l="l" r="r" t="t"/>
                <a:pathLst>
                  <a:path extrusionOk="0" h="1041" w="167">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3" name="Google Shape;253;p25"/>
              <p:cNvSpPr/>
              <p:nvPr/>
            </p:nvSpPr>
            <p:spPr>
              <a:xfrm flipH="1">
                <a:off x="7798852" y="306274"/>
                <a:ext cx="83480" cy="25026"/>
              </a:xfrm>
              <a:custGeom>
                <a:rect b="b" l="l" r="r" t="t"/>
                <a:pathLst>
                  <a:path extrusionOk="0" h="143" w="477">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cap="rnd" cmpd="sng" w="9525">
                <a:solidFill>
                  <a:schemeClr val="dk1"/>
                </a:solidFill>
                <a:prstDash val="solid"/>
                <a:round/>
                <a:headEnd len="sm" w="sm" type="none"/>
                <a:tailEnd len="sm" w="sm" type="none"/>
              </a:ln>
            </p:spPr>
            <p:txBody>
              <a:bodyPr anchorCtr="1" anchor="ctr" bIns="700" lIns="95750" spcFirstLastPara="1" rIns="95750" wrap="square" tIns="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4" name="Google Shape;254;p25"/>
              <p:cNvSpPr/>
              <p:nvPr/>
            </p:nvSpPr>
            <p:spPr>
              <a:xfrm flipH="1">
                <a:off x="7798852" y="232420"/>
                <a:ext cx="83480" cy="25201"/>
              </a:xfrm>
              <a:custGeom>
                <a:rect b="b" l="l" r="r" t="t"/>
                <a:pathLst>
                  <a:path extrusionOk="0" h="144" w="477">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cap="rnd" cmpd="sng" w="9525">
                <a:solidFill>
                  <a:schemeClr val="dk1"/>
                </a:solidFill>
                <a:prstDash val="solid"/>
                <a:round/>
                <a:headEnd len="sm" w="sm" type="none"/>
                <a:tailEnd len="sm" w="sm" type="none"/>
              </a:ln>
            </p:spPr>
            <p:txBody>
              <a:bodyPr anchorCtr="1" anchor="ctr" bIns="1075" lIns="95750" spcFirstLastPara="1" rIns="95750" wrap="square" tIns="10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55" name="Google Shape;255;p25"/>
              <p:cNvCxnSpPr/>
              <p:nvPr/>
            </p:nvCxnSpPr>
            <p:spPr>
              <a:xfrm>
                <a:off x="8099950" y="278675"/>
                <a:ext cx="1056300" cy="0"/>
              </a:xfrm>
              <a:prstGeom prst="straightConnector1">
                <a:avLst/>
              </a:prstGeom>
              <a:noFill/>
              <a:ln cap="flat" cmpd="sng" w="9525">
                <a:solidFill>
                  <a:schemeClr val="dk1"/>
                </a:solidFill>
                <a:prstDash val="solid"/>
                <a:round/>
                <a:headEnd len="sm" w="sm" type="none"/>
                <a:tailEnd len="sm" w="sm" type="none"/>
              </a:ln>
            </p:spPr>
          </p:cxnSp>
          <p:cxnSp>
            <p:nvCxnSpPr>
              <p:cNvPr id="256" name="Google Shape;256;p25"/>
              <p:cNvCxnSpPr/>
              <p:nvPr/>
            </p:nvCxnSpPr>
            <p:spPr>
              <a:xfrm rot="10800000">
                <a:off x="8805875" y="-39350"/>
                <a:ext cx="0" cy="4379100"/>
              </a:xfrm>
              <a:prstGeom prst="straightConnector1">
                <a:avLst/>
              </a:prstGeom>
              <a:noFill/>
              <a:ln cap="flat" cmpd="sng" w="9525">
                <a:solidFill>
                  <a:schemeClr val="dk1"/>
                </a:solidFill>
                <a:prstDash val="solid"/>
                <a:round/>
                <a:headEnd len="sm" w="sm" type="none"/>
                <a:tailEnd len="sm" w="sm" type="none"/>
              </a:ln>
            </p:spPr>
          </p:cxnSp>
        </p:grpSp>
        <p:sp>
          <p:nvSpPr>
            <p:cNvPr id="257" name="Google Shape;257;p25"/>
            <p:cNvSpPr/>
            <p:nvPr/>
          </p:nvSpPr>
          <p:spPr>
            <a:xfrm flipH="1">
              <a:off x="8630270" y="3802368"/>
              <a:ext cx="513720" cy="1424520"/>
            </a:xfrm>
            <a:custGeom>
              <a:rect b="b" l="l" r="r" t="t"/>
              <a:pathLst>
                <a:path extrusionOk="0" fill="none" h="3957" w="1427">
                  <a:moveTo>
                    <a:pt x="0" y="0"/>
                  </a:moveTo>
                  <a:lnTo>
                    <a:pt x="0" y="0"/>
                  </a:lnTo>
                  <a:cubicBezTo>
                    <a:pt x="959" y="0"/>
                    <a:pt x="959" y="0"/>
                    <a:pt x="959" y="0"/>
                  </a:cubicBezTo>
                  <a:cubicBezTo>
                    <a:pt x="1216" y="0"/>
                    <a:pt x="1427" y="207"/>
                    <a:pt x="1427" y="465"/>
                  </a:cubicBezTo>
                  <a:cubicBezTo>
                    <a:pt x="1427" y="3957"/>
                    <a:pt x="1427" y="3957"/>
                    <a:pt x="1427" y="3957"/>
                  </a:cubicBezTo>
                </a:path>
              </a:pathLst>
            </a:custGeom>
            <a:noFill/>
            <a:ln cap="rnd" cmpd="sng" w="9525">
              <a:solidFill>
                <a:schemeClr val="dk1"/>
              </a:solidFill>
              <a:prstDash val="solid"/>
              <a:round/>
              <a:headEnd len="sm" w="sm" type="none"/>
              <a:tailEnd len="sm" w="sm" type="none"/>
            </a:ln>
          </p:spPr>
          <p:txBody>
            <a:bodyPr anchorCtr="1" anchor="ctr" bIns="47500" lIns="92500" spcFirstLastPara="1" rIns="92500" wrap="square" tIns="475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258" name="Google Shape;258;p25"/>
          <p:cNvSpPr/>
          <p:nvPr/>
        </p:nvSpPr>
        <p:spPr>
          <a:xfrm>
            <a:off x="8430775" y="-1458600"/>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259" name="Google Shape;259;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60" name="Shape 260"/>
        <p:cNvGrpSpPr/>
        <p:nvPr/>
      </p:nvGrpSpPr>
      <p:grpSpPr>
        <a:xfrm>
          <a:off x="0" y="0"/>
          <a:ext cx="0" cy="0"/>
          <a:chOff x="0" y="0"/>
          <a:chExt cx="0" cy="0"/>
        </a:xfrm>
      </p:grpSpPr>
      <p:grpSp>
        <p:nvGrpSpPr>
          <p:cNvPr id="261" name="Google Shape;261;p26"/>
          <p:cNvGrpSpPr/>
          <p:nvPr/>
        </p:nvGrpSpPr>
        <p:grpSpPr>
          <a:xfrm>
            <a:off x="6046787" y="-152"/>
            <a:ext cx="3349223" cy="4974600"/>
            <a:chOff x="6046787" y="-152"/>
            <a:chExt cx="3349223" cy="4974600"/>
          </a:xfrm>
        </p:grpSpPr>
        <p:sp>
          <p:nvSpPr>
            <p:cNvPr id="262" name="Google Shape;262;p26"/>
            <p:cNvSpPr/>
            <p:nvPr/>
          </p:nvSpPr>
          <p:spPr>
            <a:xfrm flipH="1">
              <a:off x="8219410" y="4690048"/>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263" name="Google Shape;263;p26"/>
            <p:cNvSpPr/>
            <p:nvPr/>
          </p:nvSpPr>
          <p:spPr>
            <a:xfrm rot="10800000">
              <a:off x="6159494" y="4752183"/>
              <a:ext cx="190411" cy="157159"/>
            </a:xfrm>
            <a:custGeom>
              <a:rect b="b" l="l" r="r" t="t"/>
              <a:pathLst>
                <a:path extrusionOk="0" h="898" w="1088">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4" name="Google Shape;264;p26"/>
            <p:cNvSpPr/>
            <p:nvPr/>
          </p:nvSpPr>
          <p:spPr>
            <a:xfrm rot="10800000">
              <a:off x="6130267" y="4741158"/>
              <a:ext cx="29227" cy="182185"/>
            </a:xfrm>
            <a:custGeom>
              <a:rect b="b" l="l" r="r" t="t"/>
              <a:pathLst>
                <a:path extrusionOk="0" h="1041" w="167">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5" name="Google Shape;265;p26"/>
            <p:cNvSpPr/>
            <p:nvPr/>
          </p:nvSpPr>
          <p:spPr>
            <a:xfrm rot="10800000">
              <a:off x="6046787" y="4782810"/>
              <a:ext cx="83480" cy="25026"/>
            </a:xfrm>
            <a:custGeom>
              <a:rect b="b" l="l" r="r" t="t"/>
              <a:pathLst>
                <a:path extrusionOk="0" h="143" w="477">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cap="rnd" cmpd="sng" w="9525">
              <a:solidFill>
                <a:schemeClr val="dk1"/>
              </a:solidFill>
              <a:prstDash val="solid"/>
              <a:round/>
              <a:headEnd len="sm" w="sm" type="none"/>
              <a:tailEnd len="sm" w="sm" type="none"/>
            </a:ln>
          </p:spPr>
          <p:txBody>
            <a:bodyPr anchorCtr="1" anchor="ctr" bIns="700" lIns="95750" spcFirstLastPara="1" rIns="95750" wrap="square" tIns="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6" name="Google Shape;266;p26"/>
            <p:cNvSpPr/>
            <p:nvPr/>
          </p:nvSpPr>
          <p:spPr>
            <a:xfrm rot="10800000">
              <a:off x="6046787" y="4856489"/>
              <a:ext cx="83480" cy="25201"/>
            </a:xfrm>
            <a:custGeom>
              <a:rect b="b" l="l" r="r" t="t"/>
              <a:pathLst>
                <a:path extrusionOk="0" h="144" w="477">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cap="rnd" cmpd="sng" w="9525">
              <a:solidFill>
                <a:schemeClr val="dk1"/>
              </a:solidFill>
              <a:prstDash val="solid"/>
              <a:round/>
              <a:headEnd len="sm" w="sm" type="none"/>
              <a:tailEnd len="sm" w="sm" type="none"/>
            </a:ln>
          </p:spPr>
          <p:txBody>
            <a:bodyPr anchorCtr="1" anchor="ctr" bIns="1075" lIns="95750" spcFirstLastPara="1" rIns="95750" wrap="square" tIns="10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67" name="Google Shape;267;p26"/>
            <p:cNvCxnSpPr>
              <a:endCxn id="262" idx="3"/>
            </p:cNvCxnSpPr>
            <p:nvPr/>
          </p:nvCxnSpPr>
          <p:spPr>
            <a:xfrm>
              <a:off x="6350110" y="4832248"/>
              <a:ext cx="1869300" cy="0"/>
            </a:xfrm>
            <a:prstGeom prst="straightConnector1">
              <a:avLst/>
            </a:prstGeom>
            <a:noFill/>
            <a:ln cap="flat" cmpd="sng" w="9525">
              <a:solidFill>
                <a:schemeClr val="dk1"/>
              </a:solidFill>
              <a:prstDash val="solid"/>
              <a:round/>
              <a:headEnd len="sm" w="sm" type="none"/>
              <a:tailEnd len="sm" w="sm" type="none"/>
            </a:ln>
          </p:spPr>
        </p:cxnSp>
        <p:cxnSp>
          <p:nvCxnSpPr>
            <p:cNvPr id="268" name="Google Shape;268;p26"/>
            <p:cNvCxnSpPr>
              <a:endCxn id="262" idx="0"/>
            </p:cNvCxnSpPr>
            <p:nvPr/>
          </p:nvCxnSpPr>
          <p:spPr>
            <a:xfrm>
              <a:off x="8807710" y="-152"/>
              <a:ext cx="0" cy="4690200"/>
            </a:xfrm>
            <a:prstGeom prst="straightConnector1">
              <a:avLst/>
            </a:prstGeom>
            <a:noFill/>
            <a:ln cap="flat" cmpd="sng" w="9525">
              <a:solidFill>
                <a:schemeClr val="dk1"/>
              </a:solidFill>
              <a:prstDash val="solid"/>
              <a:round/>
              <a:headEnd len="sm" w="sm" type="none"/>
              <a:tailEnd len="sm" w="sm" type="none"/>
            </a:ln>
          </p:spPr>
        </p:cxnSp>
      </p:grpSp>
      <p:grpSp>
        <p:nvGrpSpPr>
          <p:cNvPr id="269" name="Google Shape;269;p26"/>
          <p:cNvGrpSpPr/>
          <p:nvPr/>
        </p:nvGrpSpPr>
        <p:grpSpPr>
          <a:xfrm>
            <a:off x="-858150" y="-1909250"/>
            <a:ext cx="6187525" cy="8923100"/>
            <a:chOff x="-858150" y="-1909250"/>
            <a:chExt cx="6187525" cy="8923100"/>
          </a:xfrm>
        </p:grpSpPr>
        <p:sp>
          <p:nvSpPr>
            <p:cNvPr id="270" name="Google Shape;270;p26"/>
            <p:cNvSpPr/>
            <p:nvPr/>
          </p:nvSpPr>
          <p:spPr>
            <a:xfrm>
              <a:off x="-858150" y="-1909250"/>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271" name="Google Shape;271;p26"/>
            <p:cNvSpPr/>
            <p:nvPr/>
          </p:nvSpPr>
          <p:spPr>
            <a:xfrm>
              <a:off x="3106375" y="4790850"/>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sp>
        <p:nvSpPr>
          <p:cNvPr id="272" name="Google Shape;272;p26"/>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3" name="Google Shape;273;p26"/>
          <p:cNvSpPr txBox="1"/>
          <p:nvPr>
            <p:ph idx="1" type="subTitle"/>
          </p:nvPr>
        </p:nvSpPr>
        <p:spPr>
          <a:xfrm>
            <a:off x="720000" y="2012346"/>
            <a:ext cx="2387700" cy="810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74" name="Google Shape;274;p26"/>
          <p:cNvSpPr txBox="1"/>
          <p:nvPr>
            <p:ph idx="2" type="subTitle"/>
          </p:nvPr>
        </p:nvSpPr>
        <p:spPr>
          <a:xfrm>
            <a:off x="3378225" y="2012346"/>
            <a:ext cx="2387700" cy="810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75" name="Google Shape;275;p26"/>
          <p:cNvSpPr txBox="1"/>
          <p:nvPr>
            <p:ph idx="3" type="subTitle"/>
          </p:nvPr>
        </p:nvSpPr>
        <p:spPr>
          <a:xfrm>
            <a:off x="720000" y="3793997"/>
            <a:ext cx="2387700" cy="810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76" name="Google Shape;276;p26"/>
          <p:cNvSpPr txBox="1"/>
          <p:nvPr>
            <p:ph idx="4" type="subTitle"/>
          </p:nvPr>
        </p:nvSpPr>
        <p:spPr>
          <a:xfrm>
            <a:off x="3378225" y="3793997"/>
            <a:ext cx="2387700" cy="810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77" name="Google Shape;277;p26"/>
          <p:cNvSpPr txBox="1"/>
          <p:nvPr>
            <p:ph idx="5" type="subTitle"/>
          </p:nvPr>
        </p:nvSpPr>
        <p:spPr>
          <a:xfrm>
            <a:off x="6036450" y="2012346"/>
            <a:ext cx="2387700" cy="810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78" name="Google Shape;278;p26"/>
          <p:cNvSpPr txBox="1"/>
          <p:nvPr>
            <p:ph idx="6" type="subTitle"/>
          </p:nvPr>
        </p:nvSpPr>
        <p:spPr>
          <a:xfrm>
            <a:off x="6036450" y="3793997"/>
            <a:ext cx="2387700" cy="810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79" name="Google Shape;279;p26"/>
          <p:cNvSpPr txBox="1"/>
          <p:nvPr>
            <p:ph idx="7" type="subTitle"/>
          </p:nvPr>
        </p:nvSpPr>
        <p:spPr>
          <a:xfrm>
            <a:off x="721075" y="1317775"/>
            <a:ext cx="2385300" cy="810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1800"/>
              <a:buFont typeface="Epilogue"/>
              <a:buNone/>
              <a:defRPr b="1" sz="1800">
                <a:solidFill>
                  <a:schemeClr val="dk1"/>
                </a:solidFill>
                <a:latin typeface="Epilogue"/>
                <a:ea typeface="Epilogue"/>
                <a:cs typeface="Epilogue"/>
                <a:sym typeface="Epilogue"/>
              </a:defRPr>
            </a:lvl1pPr>
            <a:lvl2pPr lvl="1" algn="ctr">
              <a:lnSpc>
                <a:spcPct val="115000"/>
              </a:lnSpc>
              <a:spcBef>
                <a:spcPts val="0"/>
              </a:spcBef>
              <a:spcAft>
                <a:spcPts val="0"/>
              </a:spcAft>
              <a:buSzPts val="1800"/>
              <a:buFont typeface="Epilogue"/>
              <a:buNone/>
              <a:defRPr b="1" sz="1800">
                <a:latin typeface="Epilogue"/>
                <a:ea typeface="Epilogue"/>
                <a:cs typeface="Epilogue"/>
                <a:sym typeface="Epilogue"/>
              </a:defRPr>
            </a:lvl2pPr>
            <a:lvl3pPr lvl="2" algn="ctr">
              <a:lnSpc>
                <a:spcPct val="115000"/>
              </a:lnSpc>
              <a:spcBef>
                <a:spcPts val="0"/>
              </a:spcBef>
              <a:spcAft>
                <a:spcPts val="0"/>
              </a:spcAft>
              <a:buSzPts val="1800"/>
              <a:buFont typeface="Epilogue"/>
              <a:buNone/>
              <a:defRPr b="1" sz="1800">
                <a:latin typeface="Epilogue"/>
                <a:ea typeface="Epilogue"/>
                <a:cs typeface="Epilogue"/>
                <a:sym typeface="Epilogue"/>
              </a:defRPr>
            </a:lvl3pPr>
            <a:lvl4pPr lvl="3" algn="ctr">
              <a:lnSpc>
                <a:spcPct val="115000"/>
              </a:lnSpc>
              <a:spcBef>
                <a:spcPts val="0"/>
              </a:spcBef>
              <a:spcAft>
                <a:spcPts val="0"/>
              </a:spcAft>
              <a:buSzPts val="1800"/>
              <a:buFont typeface="Epilogue"/>
              <a:buNone/>
              <a:defRPr b="1" sz="1800">
                <a:latin typeface="Epilogue"/>
                <a:ea typeface="Epilogue"/>
                <a:cs typeface="Epilogue"/>
                <a:sym typeface="Epilogue"/>
              </a:defRPr>
            </a:lvl4pPr>
            <a:lvl5pPr lvl="4" algn="ctr">
              <a:lnSpc>
                <a:spcPct val="115000"/>
              </a:lnSpc>
              <a:spcBef>
                <a:spcPts val="0"/>
              </a:spcBef>
              <a:spcAft>
                <a:spcPts val="0"/>
              </a:spcAft>
              <a:buSzPts val="1800"/>
              <a:buFont typeface="Epilogue"/>
              <a:buNone/>
              <a:defRPr b="1" sz="1800">
                <a:latin typeface="Epilogue"/>
                <a:ea typeface="Epilogue"/>
                <a:cs typeface="Epilogue"/>
                <a:sym typeface="Epilogue"/>
              </a:defRPr>
            </a:lvl5pPr>
            <a:lvl6pPr lvl="5" algn="ctr">
              <a:lnSpc>
                <a:spcPct val="115000"/>
              </a:lnSpc>
              <a:spcBef>
                <a:spcPts val="0"/>
              </a:spcBef>
              <a:spcAft>
                <a:spcPts val="0"/>
              </a:spcAft>
              <a:buSzPts val="1800"/>
              <a:buFont typeface="Epilogue"/>
              <a:buNone/>
              <a:defRPr b="1" sz="1800">
                <a:latin typeface="Epilogue"/>
                <a:ea typeface="Epilogue"/>
                <a:cs typeface="Epilogue"/>
                <a:sym typeface="Epilogue"/>
              </a:defRPr>
            </a:lvl6pPr>
            <a:lvl7pPr lvl="6" algn="ctr">
              <a:lnSpc>
                <a:spcPct val="115000"/>
              </a:lnSpc>
              <a:spcBef>
                <a:spcPts val="0"/>
              </a:spcBef>
              <a:spcAft>
                <a:spcPts val="0"/>
              </a:spcAft>
              <a:buSzPts val="1800"/>
              <a:buFont typeface="Epilogue"/>
              <a:buNone/>
              <a:defRPr b="1" sz="1800">
                <a:latin typeface="Epilogue"/>
                <a:ea typeface="Epilogue"/>
                <a:cs typeface="Epilogue"/>
                <a:sym typeface="Epilogue"/>
              </a:defRPr>
            </a:lvl7pPr>
            <a:lvl8pPr lvl="7" algn="ctr">
              <a:lnSpc>
                <a:spcPct val="115000"/>
              </a:lnSpc>
              <a:spcBef>
                <a:spcPts val="0"/>
              </a:spcBef>
              <a:spcAft>
                <a:spcPts val="0"/>
              </a:spcAft>
              <a:buSzPts val="1800"/>
              <a:buFont typeface="Epilogue"/>
              <a:buNone/>
              <a:defRPr b="1" sz="1800">
                <a:latin typeface="Epilogue"/>
                <a:ea typeface="Epilogue"/>
                <a:cs typeface="Epilogue"/>
                <a:sym typeface="Epilogue"/>
              </a:defRPr>
            </a:lvl8pPr>
            <a:lvl9pPr lvl="8" algn="ctr">
              <a:lnSpc>
                <a:spcPct val="115000"/>
              </a:lnSpc>
              <a:spcBef>
                <a:spcPts val="0"/>
              </a:spcBef>
              <a:spcAft>
                <a:spcPts val="0"/>
              </a:spcAft>
              <a:buSzPts val="1800"/>
              <a:buFont typeface="Epilogue"/>
              <a:buNone/>
              <a:defRPr b="1" sz="1800">
                <a:latin typeface="Epilogue"/>
                <a:ea typeface="Epilogue"/>
                <a:cs typeface="Epilogue"/>
                <a:sym typeface="Epilogue"/>
              </a:defRPr>
            </a:lvl9pPr>
          </a:lstStyle>
          <a:p/>
        </p:txBody>
      </p:sp>
      <p:sp>
        <p:nvSpPr>
          <p:cNvPr id="280" name="Google Shape;280;p26"/>
          <p:cNvSpPr txBox="1"/>
          <p:nvPr>
            <p:ph idx="8" type="subTitle"/>
          </p:nvPr>
        </p:nvSpPr>
        <p:spPr>
          <a:xfrm>
            <a:off x="3379300" y="1317775"/>
            <a:ext cx="2385300" cy="810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1800"/>
              <a:buFont typeface="Epilogue"/>
              <a:buNone/>
              <a:defRPr b="1" sz="1800">
                <a:solidFill>
                  <a:schemeClr val="dk1"/>
                </a:solidFill>
                <a:latin typeface="Epilogue"/>
                <a:ea typeface="Epilogue"/>
                <a:cs typeface="Epilogue"/>
                <a:sym typeface="Epilogue"/>
              </a:defRPr>
            </a:lvl1pPr>
            <a:lvl2pPr lvl="1" algn="ctr">
              <a:lnSpc>
                <a:spcPct val="115000"/>
              </a:lnSpc>
              <a:spcBef>
                <a:spcPts val="0"/>
              </a:spcBef>
              <a:spcAft>
                <a:spcPts val="0"/>
              </a:spcAft>
              <a:buSzPts val="1800"/>
              <a:buFont typeface="Epilogue"/>
              <a:buNone/>
              <a:defRPr b="1" sz="1800">
                <a:latin typeface="Epilogue"/>
                <a:ea typeface="Epilogue"/>
                <a:cs typeface="Epilogue"/>
                <a:sym typeface="Epilogue"/>
              </a:defRPr>
            </a:lvl2pPr>
            <a:lvl3pPr lvl="2" algn="ctr">
              <a:lnSpc>
                <a:spcPct val="115000"/>
              </a:lnSpc>
              <a:spcBef>
                <a:spcPts val="0"/>
              </a:spcBef>
              <a:spcAft>
                <a:spcPts val="0"/>
              </a:spcAft>
              <a:buSzPts val="1800"/>
              <a:buFont typeface="Epilogue"/>
              <a:buNone/>
              <a:defRPr b="1" sz="1800">
                <a:latin typeface="Epilogue"/>
                <a:ea typeface="Epilogue"/>
                <a:cs typeface="Epilogue"/>
                <a:sym typeface="Epilogue"/>
              </a:defRPr>
            </a:lvl3pPr>
            <a:lvl4pPr lvl="3" algn="ctr">
              <a:lnSpc>
                <a:spcPct val="115000"/>
              </a:lnSpc>
              <a:spcBef>
                <a:spcPts val="0"/>
              </a:spcBef>
              <a:spcAft>
                <a:spcPts val="0"/>
              </a:spcAft>
              <a:buSzPts val="1800"/>
              <a:buFont typeface="Epilogue"/>
              <a:buNone/>
              <a:defRPr b="1" sz="1800">
                <a:latin typeface="Epilogue"/>
                <a:ea typeface="Epilogue"/>
                <a:cs typeface="Epilogue"/>
                <a:sym typeface="Epilogue"/>
              </a:defRPr>
            </a:lvl4pPr>
            <a:lvl5pPr lvl="4" algn="ctr">
              <a:lnSpc>
                <a:spcPct val="115000"/>
              </a:lnSpc>
              <a:spcBef>
                <a:spcPts val="0"/>
              </a:spcBef>
              <a:spcAft>
                <a:spcPts val="0"/>
              </a:spcAft>
              <a:buSzPts val="1800"/>
              <a:buFont typeface="Epilogue"/>
              <a:buNone/>
              <a:defRPr b="1" sz="1800">
                <a:latin typeface="Epilogue"/>
                <a:ea typeface="Epilogue"/>
                <a:cs typeface="Epilogue"/>
                <a:sym typeface="Epilogue"/>
              </a:defRPr>
            </a:lvl5pPr>
            <a:lvl6pPr lvl="5" algn="ctr">
              <a:lnSpc>
                <a:spcPct val="115000"/>
              </a:lnSpc>
              <a:spcBef>
                <a:spcPts val="0"/>
              </a:spcBef>
              <a:spcAft>
                <a:spcPts val="0"/>
              </a:spcAft>
              <a:buSzPts val="1800"/>
              <a:buFont typeface="Epilogue"/>
              <a:buNone/>
              <a:defRPr b="1" sz="1800">
                <a:latin typeface="Epilogue"/>
                <a:ea typeface="Epilogue"/>
                <a:cs typeface="Epilogue"/>
                <a:sym typeface="Epilogue"/>
              </a:defRPr>
            </a:lvl6pPr>
            <a:lvl7pPr lvl="6" algn="ctr">
              <a:lnSpc>
                <a:spcPct val="115000"/>
              </a:lnSpc>
              <a:spcBef>
                <a:spcPts val="0"/>
              </a:spcBef>
              <a:spcAft>
                <a:spcPts val="0"/>
              </a:spcAft>
              <a:buSzPts val="1800"/>
              <a:buFont typeface="Epilogue"/>
              <a:buNone/>
              <a:defRPr b="1" sz="1800">
                <a:latin typeface="Epilogue"/>
                <a:ea typeface="Epilogue"/>
                <a:cs typeface="Epilogue"/>
                <a:sym typeface="Epilogue"/>
              </a:defRPr>
            </a:lvl7pPr>
            <a:lvl8pPr lvl="7" algn="ctr">
              <a:lnSpc>
                <a:spcPct val="115000"/>
              </a:lnSpc>
              <a:spcBef>
                <a:spcPts val="0"/>
              </a:spcBef>
              <a:spcAft>
                <a:spcPts val="0"/>
              </a:spcAft>
              <a:buSzPts val="1800"/>
              <a:buFont typeface="Epilogue"/>
              <a:buNone/>
              <a:defRPr b="1" sz="1800">
                <a:latin typeface="Epilogue"/>
                <a:ea typeface="Epilogue"/>
                <a:cs typeface="Epilogue"/>
                <a:sym typeface="Epilogue"/>
              </a:defRPr>
            </a:lvl8pPr>
            <a:lvl9pPr lvl="8" algn="ctr">
              <a:lnSpc>
                <a:spcPct val="115000"/>
              </a:lnSpc>
              <a:spcBef>
                <a:spcPts val="0"/>
              </a:spcBef>
              <a:spcAft>
                <a:spcPts val="0"/>
              </a:spcAft>
              <a:buSzPts val="1800"/>
              <a:buFont typeface="Epilogue"/>
              <a:buNone/>
              <a:defRPr b="1" sz="1800">
                <a:latin typeface="Epilogue"/>
                <a:ea typeface="Epilogue"/>
                <a:cs typeface="Epilogue"/>
                <a:sym typeface="Epilogue"/>
              </a:defRPr>
            </a:lvl9pPr>
          </a:lstStyle>
          <a:p/>
        </p:txBody>
      </p:sp>
      <p:sp>
        <p:nvSpPr>
          <p:cNvPr id="281" name="Google Shape;281;p26"/>
          <p:cNvSpPr txBox="1"/>
          <p:nvPr>
            <p:ph idx="9" type="subTitle"/>
          </p:nvPr>
        </p:nvSpPr>
        <p:spPr>
          <a:xfrm>
            <a:off x="6037525" y="1317775"/>
            <a:ext cx="2385300" cy="810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1800"/>
              <a:buFont typeface="Epilogue"/>
              <a:buNone/>
              <a:defRPr b="1" sz="1800">
                <a:solidFill>
                  <a:schemeClr val="dk1"/>
                </a:solidFill>
                <a:latin typeface="Epilogue"/>
                <a:ea typeface="Epilogue"/>
                <a:cs typeface="Epilogue"/>
                <a:sym typeface="Epilogue"/>
              </a:defRPr>
            </a:lvl1pPr>
            <a:lvl2pPr lvl="1" algn="ctr">
              <a:lnSpc>
                <a:spcPct val="115000"/>
              </a:lnSpc>
              <a:spcBef>
                <a:spcPts val="0"/>
              </a:spcBef>
              <a:spcAft>
                <a:spcPts val="0"/>
              </a:spcAft>
              <a:buSzPts val="1800"/>
              <a:buFont typeface="Epilogue"/>
              <a:buNone/>
              <a:defRPr b="1" sz="1800">
                <a:latin typeface="Epilogue"/>
                <a:ea typeface="Epilogue"/>
                <a:cs typeface="Epilogue"/>
                <a:sym typeface="Epilogue"/>
              </a:defRPr>
            </a:lvl2pPr>
            <a:lvl3pPr lvl="2" algn="ctr">
              <a:lnSpc>
                <a:spcPct val="115000"/>
              </a:lnSpc>
              <a:spcBef>
                <a:spcPts val="0"/>
              </a:spcBef>
              <a:spcAft>
                <a:spcPts val="0"/>
              </a:spcAft>
              <a:buSzPts val="1800"/>
              <a:buFont typeface="Epilogue"/>
              <a:buNone/>
              <a:defRPr b="1" sz="1800">
                <a:latin typeface="Epilogue"/>
                <a:ea typeface="Epilogue"/>
                <a:cs typeface="Epilogue"/>
                <a:sym typeface="Epilogue"/>
              </a:defRPr>
            </a:lvl3pPr>
            <a:lvl4pPr lvl="3" algn="ctr">
              <a:lnSpc>
                <a:spcPct val="115000"/>
              </a:lnSpc>
              <a:spcBef>
                <a:spcPts val="0"/>
              </a:spcBef>
              <a:spcAft>
                <a:spcPts val="0"/>
              </a:spcAft>
              <a:buSzPts val="1800"/>
              <a:buFont typeface="Epilogue"/>
              <a:buNone/>
              <a:defRPr b="1" sz="1800">
                <a:latin typeface="Epilogue"/>
                <a:ea typeface="Epilogue"/>
                <a:cs typeface="Epilogue"/>
                <a:sym typeface="Epilogue"/>
              </a:defRPr>
            </a:lvl4pPr>
            <a:lvl5pPr lvl="4" algn="ctr">
              <a:lnSpc>
                <a:spcPct val="115000"/>
              </a:lnSpc>
              <a:spcBef>
                <a:spcPts val="0"/>
              </a:spcBef>
              <a:spcAft>
                <a:spcPts val="0"/>
              </a:spcAft>
              <a:buSzPts val="1800"/>
              <a:buFont typeface="Epilogue"/>
              <a:buNone/>
              <a:defRPr b="1" sz="1800">
                <a:latin typeface="Epilogue"/>
                <a:ea typeface="Epilogue"/>
                <a:cs typeface="Epilogue"/>
                <a:sym typeface="Epilogue"/>
              </a:defRPr>
            </a:lvl5pPr>
            <a:lvl6pPr lvl="5" algn="ctr">
              <a:lnSpc>
                <a:spcPct val="115000"/>
              </a:lnSpc>
              <a:spcBef>
                <a:spcPts val="0"/>
              </a:spcBef>
              <a:spcAft>
                <a:spcPts val="0"/>
              </a:spcAft>
              <a:buSzPts val="1800"/>
              <a:buFont typeface="Epilogue"/>
              <a:buNone/>
              <a:defRPr b="1" sz="1800">
                <a:latin typeface="Epilogue"/>
                <a:ea typeface="Epilogue"/>
                <a:cs typeface="Epilogue"/>
                <a:sym typeface="Epilogue"/>
              </a:defRPr>
            </a:lvl6pPr>
            <a:lvl7pPr lvl="6" algn="ctr">
              <a:lnSpc>
                <a:spcPct val="115000"/>
              </a:lnSpc>
              <a:spcBef>
                <a:spcPts val="0"/>
              </a:spcBef>
              <a:spcAft>
                <a:spcPts val="0"/>
              </a:spcAft>
              <a:buSzPts val="1800"/>
              <a:buFont typeface="Epilogue"/>
              <a:buNone/>
              <a:defRPr b="1" sz="1800">
                <a:latin typeface="Epilogue"/>
                <a:ea typeface="Epilogue"/>
                <a:cs typeface="Epilogue"/>
                <a:sym typeface="Epilogue"/>
              </a:defRPr>
            </a:lvl7pPr>
            <a:lvl8pPr lvl="7" algn="ctr">
              <a:lnSpc>
                <a:spcPct val="115000"/>
              </a:lnSpc>
              <a:spcBef>
                <a:spcPts val="0"/>
              </a:spcBef>
              <a:spcAft>
                <a:spcPts val="0"/>
              </a:spcAft>
              <a:buSzPts val="1800"/>
              <a:buFont typeface="Epilogue"/>
              <a:buNone/>
              <a:defRPr b="1" sz="1800">
                <a:latin typeface="Epilogue"/>
                <a:ea typeface="Epilogue"/>
                <a:cs typeface="Epilogue"/>
                <a:sym typeface="Epilogue"/>
              </a:defRPr>
            </a:lvl8pPr>
            <a:lvl9pPr lvl="8" algn="ctr">
              <a:lnSpc>
                <a:spcPct val="115000"/>
              </a:lnSpc>
              <a:spcBef>
                <a:spcPts val="0"/>
              </a:spcBef>
              <a:spcAft>
                <a:spcPts val="0"/>
              </a:spcAft>
              <a:buSzPts val="1800"/>
              <a:buFont typeface="Epilogue"/>
              <a:buNone/>
              <a:defRPr b="1" sz="1800">
                <a:latin typeface="Epilogue"/>
                <a:ea typeface="Epilogue"/>
                <a:cs typeface="Epilogue"/>
                <a:sym typeface="Epilogue"/>
              </a:defRPr>
            </a:lvl9pPr>
          </a:lstStyle>
          <a:p/>
        </p:txBody>
      </p:sp>
      <p:sp>
        <p:nvSpPr>
          <p:cNvPr id="282" name="Google Shape;282;p26"/>
          <p:cNvSpPr txBox="1"/>
          <p:nvPr>
            <p:ph idx="13" type="subTitle"/>
          </p:nvPr>
        </p:nvSpPr>
        <p:spPr>
          <a:xfrm>
            <a:off x="721075" y="3099525"/>
            <a:ext cx="2387700" cy="810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1800"/>
              <a:buFont typeface="Epilogue"/>
              <a:buNone/>
              <a:defRPr b="1" sz="1800">
                <a:solidFill>
                  <a:schemeClr val="dk1"/>
                </a:solidFill>
                <a:latin typeface="Epilogue"/>
                <a:ea typeface="Epilogue"/>
                <a:cs typeface="Epilogue"/>
                <a:sym typeface="Epilogue"/>
              </a:defRPr>
            </a:lvl1pPr>
            <a:lvl2pPr lvl="1" algn="ctr">
              <a:lnSpc>
                <a:spcPct val="115000"/>
              </a:lnSpc>
              <a:spcBef>
                <a:spcPts val="0"/>
              </a:spcBef>
              <a:spcAft>
                <a:spcPts val="0"/>
              </a:spcAft>
              <a:buSzPts val="1800"/>
              <a:buFont typeface="Epilogue"/>
              <a:buNone/>
              <a:defRPr b="1" sz="1800">
                <a:latin typeface="Epilogue"/>
                <a:ea typeface="Epilogue"/>
                <a:cs typeface="Epilogue"/>
                <a:sym typeface="Epilogue"/>
              </a:defRPr>
            </a:lvl2pPr>
            <a:lvl3pPr lvl="2" algn="ctr">
              <a:lnSpc>
                <a:spcPct val="115000"/>
              </a:lnSpc>
              <a:spcBef>
                <a:spcPts val="0"/>
              </a:spcBef>
              <a:spcAft>
                <a:spcPts val="0"/>
              </a:spcAft>
              <a:buSzPts val="1800"/>
              <a:buFont typeface="Epilogue"/>
              <a:buNone/>
              <a:defRPr b="1" sz="1800">
                <a:latin typeface="Epilogue"/>
                <a:ea typeface="Epilogue"/>
                <a:cs typeface="Epilogue"/>
                <a:sym typeface="Epilogue"/>
              </a:defRPr>
            </a:lvl3pPr>
            <a:lvl4pPr lvl="3" algn="ctr">
              <a:lnSpc>
                <a:spcPct val="115000"/>
              </a:lnSpc>
              <a:spcBef>
                <a:spcPts val="0"/>
              </a:spcBef>
              <a:spcAft>
                <a:spcPts val="0"/>
              </a:spcAft>
              <a:buSzPts val="1800"/>
              <a:buFont typeface="Epilogue"/>
              <a:buNone/>
              <a:defRPr b="1" sz="1800">
                <a:latin typeface="Epilogue"/>
                <a:ea typeface="Epilogue"/>
                <a:cs typeface="Epilogue"/>
                <a:sym typeface="Epilogue"/>
              </a:defRPr>
            </a:lvl4pPr>
            <a:lvl5pPr lvl="4" algn="ctr">
              <a:lnSpc>
                <a:spcPct val="115000"/>
              </a:lnSpc>
              <a:spcBef>
                <a:spcPts val="0"/>
              </a:spcBef>
              <a:spcAft>
                <a:spcPts val="0"/>
              </a:spcAft>
              <a:buSzPts val="1800"/>
              <a:buFont typeface="Epilogue"/>
              <a:buNone/>
              <a:defRPr b="1" sz="1800">
                <a:latin typeface="Epilogue"/>
                <a:ea typeface="Epilogue"/>
                <a:cs typeface="Epilogue"/>
                <a:sym typeface="Epilogue"/>
              </a:defRPr>
            </a:lvl5pPr>
            <a:lvl6pPr lvl="5" algn="ctr">
              <a:lnSpc>
                <a:spcPct val="115000"/>
              </a:lnSpc>
              <a:spcBef>
                <a:spcPts val="0"/>
              </a:spcBef>
              <a:spcAft>
                <a:spcPts val="0"/>
              </a:spcAft>
              <a:buSzPts val="1800"/>
              <a:buFont typeface="Epilogue"/>
              <a:buNone/>
              <a:defRPr b="1" sz="1800">
                <a:latin typeface="Epilogue"/>
                <a:ea typeface="Epilogue"/>
                <a:cs typeface="Epilogue"/>
                <a:sym typeface="Epilogue"/>
              </a:defRPr>
            </a:lvl6pPr>
            <a:lvl7pPr lvl="6" algn="ctr">
              <a:lnSpc>
                <a:spcPct val="115000"/>
              </a:lnSpc>
              <a:spcBef>
                <a:spcPts val="0"/>
              </a:spcBef>
              <a:spcAft>
                <a:spcPts val="0"/>
              </a:spcAft>
              <a:buSzPts val="1800"/>
              <a:buFont typeface="Epilogue"/>
              <a:buNone/>
              <a:defRPr b="1" sz="1800">
                <a:latin typeface="Epilogue"/>
                <a:ea typeface="Epilogue"/>
                <a:cs typeface="Epilogue"/>
                <a:sym typeface="Epilogue"/>
              </a:defRPr>
            </a:lvl7pPr>
            <a:lvl8pPr lvl="7" algn="ctr">
              <a:lnSpc>
                <a:spcPct val="115000"/>
              </a:lnSpc>
              <a:spcBef>
                <a:spcPts val="0"/>
              </a:spcBef>
              <a:spcAft>
                <a:spcPts val="0"/>
              </a:spcAft>
              <a:buSzPts val="1800"/>
              <a:buFont typeface="Epilogue"/>
              <a:buNone/>
              <a:defRPr b="1" sz="1800">
                <a:latin typeface="Epilogue"/>
                <a:ea typeface="Epilogue"/>
                <a:cs typeface="Epilogue"/>
                <a:sym typeface="Epilogue"/>
              </a:defRPr>
            </a:lvl8pPr>
            <a:lvl9pPr lvl="8" algn="ctr">
              <a:lnSpc>
                <a:spcPct val="115000"/>
              </a:lnSpc>
              <a:spcBef>
                <a:spcPts val="0"/>
              </a:spcBef>
              <a:spcAft>
                <a:spcPts val="0"/>
              </a:spcAft>
              <a:buSzPts val="1800"/>
              <a:buFont typeface="Epilogue"/>
              <a:buNone/>
              <a:defRPr b="1" sz="1800">
                <a:latin typeface="Epilogue"/>
                <a:ea typeface="Epilogue"/>
                <a:cs typeface="Epilogue"/>
                <a:sym typeface="Epilogue"/>
              </a:defRPr>
            </a:lvl9pPr>
          </a:lstStyle>
          <a:p/>
        </p:txBody>
      </p:sp>
      <p:sp>
        <p:nvSpPr>
          <p:cNvPr id="283" name="Google Shape;283;p26"/>
          <p:cNvSpPr txBox="1"/>
          <p:nvPr>
            <p:ph idx="14" type="subTitle"/>
          </p:nvPr>
        </p:nvSpPr>
        <p:spPr>
          <a:xfrm>
            <a:off x="3379300" y="3099527"/>
            <a:ext cx="2385300" cy="810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1800"/>
              <a:buFont typeface="Epilogue"/>
              <a:buNone/>
              <a:defRPr b="1" sz="1800">
                <a:solidFill>
                  <a:schemeClr val="dk1"/>
                </a:solidFill>
                <a:latin typeface="Epilogue"/>
                <a:ea typeface="Epilogue"/>
                <a:cs typeface="Epilogue"/>
                <a:sym typeface="Epilogue"/>
              </a:defRPr>
            </a:lvl1pPr>
            <a:lvl2pPr lvl="1" algn="ctr">
              <a:lnSpc>
                <a:spcPct val="115000"/>
              </a:lnSpc>
              <a:spcBef>
                <a:spcPts val="0"/>
              </a:spcBef>
              <a:spcAft>
                <a:spcPts val="0"/>
              </a:spcAft>
              <a:buSzPts val="1800"/>
              <a:buFont typeface="Epilogue"/>
              <a:buNone/>
              <a:defRPr b="1" sz="1800">
                <a:latin typeface="Epilogue"/>
                <a:ea typeface="Epilogue"/>
                <a:cs typeface="Epilogue"/>
                <a:sym typeface="Epilogue"/>
              </a:defRPr>
            </a:lvl2pPr>
            <a:lvl3pPr lvl="2" algn="ctr">
              <a:lnSpc>
                <a:spcPct val="115000"/>
              </a:lnSpc>
              <a:spcBef>
                <a:spcPts val="0"/>
              </a:spcBef>
              <a:spcAft>
                <a:spcPts val="0"/>
              </a:spcAft>
              <a:buSzPts val="1800"/>
              <a:buFont typeface="Epilogue"/>
              <a:buNone/>
              <a:defRPr b="1" sz="1800">
                <a:latin typeface="Epilogue"/>
                <a:ea typeface="Epilogue"/>
                <a:cs typeface="Epilogue"/>
                <a:sym typeface="Epilogue"/>
              </a:defRPr>
            </a:lvl3pPr>
            <a:lvl4pPr lvl="3" algn="ctr">
              <a:lnSpc>
                <a:spcPct val="115000"/>
              </a:lnSpc>
              <a:spcBef>
                <a:spcPts val="0"/>
              </a:spcBef>
              <a:spcAft>
                <a:spcPts val="0"/>
              </a:spcAft>
              <a:buSzPts val="1800"/>
              <a:buFont typeface="Epilogue"/>
              <a:buNone/>
              <a:defRPr b="1" sz="1800">
                <a:latin typeface="Epilogue"/>
                <a:ea typeface="Epilogue"/>
                <a:cs typeface="Epilogue"/>
                <a:sym typeface="Epilogue"/>
              </a:defRPr>
            </a:lvl4pPr>
            <a:lvl5pPr lvl="4" algn="ctr">
              <a:lnSpc>
                <a:spcPct val="115000"/>
              </a:lnSpc>
              <a:spcBef>
                <a:spcPts val="0"/>
              </a:spcBef>
              <a:spcAft>
                <a:spcPts val="0"/>
              </a:spcAft>
              <a:buSzPts val="1800"/>
              <a:buFont typeface="Epilogue"/>
              <a:buNone/>
              <a:defRPr b="1" sz="1800">
                <a:latin typeface="Epilogue"/>
                <a:ea typeface="Epilogue"/>
                <a:cs typeface="Epilogue"/>
                <a:sym typeface="Epilogue"/>
              </a:defRPr>
            </a:lvl5pPr>
            <a:lvl6pPr lvl="5" algn="ctr">
              <a:lnSpc>
                <a:spcPct val="115000"/>
              </a:lnSpc>
              <a:spcBef>
                <a:spcPts val="0"/>
              </a:spcBef>
              <a:spcAft>
                <a:spcPts val="0"/>
              </a:spcAft>
              <a:buSzPts val="1800"/>
              <a:buFont typeface="Epilogue"/>
              <a:buNone/>
              <a:defRPr b="1" sz="1800">
                <a:latin typeface="Epilogue"/>
                <a:ea typeface="Epilogue"/>
                <a:cs typeface="Epilogue"/>
                <a:sym typeface="Epilogue"/>
              </a:defRPr>
            </a:lvl6pPr>
            <a:lvl7pPr lvl="6" algn="ctr">
              <a:lnSpc>
                <a:spcPct val="115000"/>
              </a:lnSpc>
              <a:spcBef>
                <a:spcPts val="0"/>
              </a:spcBef>
              <a:spcAft>
                <a:spcPts val="0"/>
              </a:spcAft>
              <a:buSzPts val="1800"/>
              <a:buFont typeface="Epilogue"/>
              <a:buNone/>
              <a:defRPr b="1" sz="1800">
                <a:latin typeface="Epilogue"/>
                <a:ea typeface="Epilogue"/>
                <a:cs typeface="Epilogue"/>
                <a:sym typeface="Epilogue"/>
              </a:defRPr>
            </a:lvl7pPr>
            <a:lvl8pPr lvl="7" algn="ctr">
              <a:lnSpc>
                <a:spcPct val="115000"/>
              </a:lnSpc>
              <a:spcBef>
                <a:spcPts val="0"/>
              </a:spcBef>
              <a:spcAft>
                <a:spcPts val="0"/>
              </a:spcAft>
              <a:buSzPts val="1800"/>
              <a:buFont typeface="Epilogue"/>
              <a:buNone/>
              <a:defRPr b="1" sz="1800">
                <a:latin typeface="Epilogue"/>
                <a:ea typeface="Epilogue"/>
                <a:cs typeface="Epilogue"/>
                <a:sym typeface="Epilogue"/>
              </a:defRPr>
            </a:lvl8pPr>
            <a:lvl9pPr lvl="8" algn="ctr">
              <a:lnSpc>
                <a:spcPct val="115000"/>
              </a:lnSpc>
              <a:spcBef>
                <a:spcPts val="0"/>
              </a:spcBef>
              <a:spcAft>
                <a:spcPts val="0"/>
              </a:spcAft>
              <a:buSzPts val="1800"/>
              <a:buFont typeface="Epilogue"/>
              <a:buNone/>
              <a:defRPr b="1" sz="1800">
                <a:latin typeface="Epilogue"/>
                <a:ea typeface="Epilogue"/>
                <a:cs typeface="Epilogue"/>
                <a:sym typeface="Epilogue"/>
              </a:defRPr>
            </a:lvl9pPr>
          </a:lstStyle>
          <a:p/>
        </p:txBody>
      </p:sp>
      <p:sp>
        <p:nvSpPr>
          <p:cNvPr id="284" name="Google Shape;284;p26"/>
          <p:cNvSpPr txBox="1"/>
          <p:nvPr>
            <p:ph idx="15" type="subTitle"/>
          </p:nvPr>
        </p:nvSpPr>
        <p:spPr>
          <a:xfrm>
            <a:off x="6037525" y="3099527"/>
            <a:ext cx="2385300" cy="810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1800"/>
              <a:buFont typeface="Epilogue"/>
              <a:buNone/>
              <a:defRPr b="1" sz="1800">
                <a:solidFill>
                  <a:schemeClr val="dk1"/>
                </a:solidFill>
                <a:latin typeface="Epilogue"/>
                <a:ea typeface="Epilogue"/>
                <a:cs typeface="Epilogue"/>
                <a:sym typeface="Epilogue"/>
              </a:defRPr>
            </a:lvl1pPr>
            <a:lvl2pPr lvl="1" algn="ctr">
              <a:lnSpc>
                <a:spcPct val="115000"/>
              </a:lnSpc>
              <a:spcBef>
                <a:spcPts val="0"/>
              </a:spcBef>
              <a:spcAft>
                <a:spcPts val="0"/>
              </a:spcAft>
              <a:buSzPts val="1800"/>
              <a:buFont typeface="Epilogue"/>
              <a:buNone/>
              <a:defRPr b="1" sz="1800">
                <a:latin typeface="Epilogue"/>
                <a:ea typeface="Epilogue"/>
                <a:cs typeface="Epilogue"/>
                <a:sym typeface="Epilogue"/>
              </a:defRPr>
            </a:lvl2pPr>
            <a:lvl3pPr lvl="2" algn="ctr">
              <a:lnSpc>
                <a:spcPct val="115000"/>
              </a:lnSpc>
              <a:spcBef>
                <a:spcPts val="0"/>
              </a:spcBef>
              <a:spcAft>
                <a:spcPts val="0"/>
              </a:spcAft>
              <a:buSzPts val="1800"/>
              <a:buFont typeface="Epilogue"/>
              <a:buNone/>
              <a:defRPr b="1" sz="1800">
                <a:latin typeface="Epilogue"/>
                <a:ea typeface="Epilogue"/>
                <a:cs typeface="Epilogue"/>
                <a:sym typeface="Epilogue"/>
              </a:defRPr>
            </a:lvl3pPr>
            <a:lvl4pPr lvl="3" algn="ctr">
              <a:lnSpc>
                <a:spcPct val="115000"/>
              </a:lnSpc>
              <a:spcBef>
                <a:spcPts val="0"/>
              </a:spcBef>
              <a:spcAft>
                <a:spcPts val="0"/>
              </a:spcAft>
              <a:buSzPts val="1800"/>
              <a:buFont typeface="Epilogue"/>
              <a:buNone/>
              <a:defRPr b="1" sz="1800">
                <a:latin typeface="Epilogue"/>
                <a:ea typeface="Epilogue"/>
                <a:cs typeface="Epilogue"/>
                <a:sym typeface="Epilogue"/>
              </a:defRPr>
            </a:lvl4pPr>
            <a:lvl5pPr lvl="4" algn="ctr">
              <a:lnSpc>
                <a:spcPct val="115000"/>
              </a:lnSpc>
              <a:spcBef>
                <a:spcPts val="0"/>
              </a:spcBef>
              <a:spcAft>
                <a:spcPts val="0"/>
              </a:spcAft>
              <a:buSzPts val="1800"/>
              <a:buFont typeface="Epilogue"/>
              <a:buNone/>
              <a:defRPr b="1" sz="1800">
                <a:latin typeface="Epilogue"/>
                <a:ea typeface="Epilogue"/>
                <a:cs typeface="Epilogue"/>
                <a:sym typeface="Epilogue"/>
              </a:defRPr>
            </a:lvl5pPr>
            <a:lvl6pPr lvl="5" algn="ctr">
              <a:lnSpc>
                <a:spcPct val="115000"/>
              </a:lnSpc>
              <a:spcBef>
                <a:spcPts val="0"/>
              </a:spcBef>
              <a:spcAft>
                <a:spcPts val="0"/>
              </a:spcAft>
              <a:buSzPts val="1800"/>
              <a:buFont typeface="Epilogue"/>
              <a:buNone/>
              <a:defRPr b="1" sz="1800">
                <a:latin typeface="Epilogue"/>
                <a:ea typeface="Epilogue"/>
                <a:cs typeface="Epilogue"/>
                <a:sym typeface="Epilogue"/>
              </a:defRPr>
            </a:lvl6pPr>
            <a:lvl7pPr lvl="6" algn="ctr">
              <a:lnSpc>
                <a:spcPct val="115000"/>
              </a:lnSpc>
              <a:spcBef>
                <a:spcPts val="0"/>
              </a:spcBef>
              <a:spcAft>
                <a:spcPts val="0"/>
              </a:spcAft>
              <a:buSzPts val="1800"/>
              <a:buFont typeface="Epilogue"/>
              <a:buNone/>
              <a:defRPr b="1" sz="1800">
                <a:latin typeface="Epilogue"/>
                <a:ea typeface="Epilogue"/>
                <a:cs typeface="Epilogue"/>
                <a:sym typeface="Epilogue"/>
              </a:defRPr>
            </a:lvl7pPr>
            <a:lvl8pPr lvl="7" algn="ctr">
              <a:lnSpc>
                <a:spcPct val="115000"/>
              </a:lnSpc>
              <a:spcBef>
                <a:spcPts val="0"/>
              </a:spcBef>
              <a:spcAft>
                <a:spcPts val="0"/>
              </a:spcAft>
              <a:buSzPts val="1800"/>
              <a:buFont typeface="Epilogue"/>
              <a:buNone/>
              <a:defRPr b="1" sz="1800">
                <a:latin typeface="Epilogue"/>
                <a:ea typeface="Epilogue"/>
                <a:cs typeface="Epilogue"/>
                <a:sym typeface="Epilogue"/>
              </a:defRPr>
            </a:lvl8pPr>
            <a:lvl9pPr lvl="8" algn="ctr">
              <a:lnSpc>
                <a:spcPct val="115000"/>
              </a:lnSpc>
              <a:spcBef>
                <a:spcPts val="0"/>
              </a:spcBef>
              <a:spcAft>
                <a:spcPts val="0"/>
              </a:spcAft>
              <a:buSzPts val="1800"/>
              <a:buFont typeface="Epilogue"/>
              <a:buNone/>
              <a:defRPr b="1" sz="1800">
                <a:latin typeface="Epilogue"/>
                <a:ea typeface="Epilogue"/>
                <a:cs typeface="Epilogue"/>
                <a:sym typeface="Epilogue"/>
              </a:defRPr>
            </a:lvl9pPr>
          </a:lstStyle>
          <a:p/>
        </p:txBody>
      </p:sp>
      <p:sp>
        <p:nvSpPr>
          <p:cNvPr id="285" name="Google Shape;285;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86" name="Shape 286"/>
        <p:cNvGrpSpPr/>
        <p:nvPr/>
      </p:nvGrpSpPr>
      <p:grpSpPr>
        <a:xfrm>
          <a:off x="0" y="0"/>
          <a:ext cx="0" cy="0"/>
          <a:chOff x="0" y="0"/>
          <a:chExt cx="0" cy="0"/>
        </a:xfrm>
      </p:grpSpPr>
      <p:grpSp>
        <p:nvGrpSpPr>
          <p:cNvPr id="287" name="Google Shape;287;p27"/>
          <p:cNvGrpSpPr/>
          <p:nvPr/>
        </p:nvGrpSpPr>
        <p:grpSpPr>
          <a:xfrm>
            <a:off x="1652700" y="1543950"/>
            <a:ext cx="9242775" cy="5283050"/>
            <a:chOff x="1652700" y="1543950"/>
            <a:chExt cx="9242775" cy="5283050"/>
          </a:xfrm>
        </p:grpSpPr>
        <p:sp>
          <p:nvSpPr>
            <p:cNvPr id="288" name="Google Shape;288;p27"/>
            <p:cNvSpPr/>
            <p:nvPr/>
          </p:nvSpPr>
          <p:spPr>
            <a:xfrm>
              <a:off x="8672475" y="1543950"/>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289" name="Google Shape;289;p27"/>
            <p:cNvSpPr/>
            <p:nvPr/>
          </p:nvSpPr>
          <p:spPr>
            <a:xfrm>
              <a:off x="1652700" y="4604000"/>
              <a:ext cx="2223000" cy="2223000"/>
            </a:xfrm>
            <a:prstGeom prst="ellipse">
              <a:avLst/>
            </a:prstGeom>
            <a:solidFill>
              <a:srgbClr val="A15315">
                <a:alpha val="15686"/>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grpSp>
        <p:nvGrpSpPr>
          <p:cNvPr id="290" name="Google Shape;290;p27"/>
          <p:cNvGrpSpPr/>
          <p:nvPr/>
        </p:nvGrpSpPr>
        <p:grpSpPr>
          <a:xfrm>
            <a:off x="8600525" y="613700"/>
            <a:ext cx="1278200" cy="4132500"/>
            <a:chOff x="8600525" y="613700"/>
            <a:chExt cx="1278200" cy="4132500"/>
          </a:xfrm>
        </p:grpSpPr>
        <p:sp>
          <p:nvSpPr>
            <p:cNvPr id="291" name="Google Shape;291;p27"/>
            <p:cNvSpPr/>
            <p:nvPr/>
          </p:nvSpPr>
          <p:spPr>
            <a:xfrm>
              <a:off x="8600525" y="4461800"/>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292" name="Google Shape;292;p27"/>
            <p:cNvSpPr/>
            <p:nvPr/>
          </p:nvSpPr>
          <p:spPr>
            <a:xfrm>
              <a:off x="8702125" y="613700"/>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sp>
        <p:nvSpPr>
          <p:cNvPr id="293" name="Google Shape;293;p27"/>
          <p:cNvSpPr txBox="1"/>
          <p:nvPr>
            <p:ph type="title"/>
          </p:nvPr>
        </p:nvSpPr>
        <p:spPr>
          <a:xfrm>
            <a:off x="713225" y="1376550"/>
            <a:ext cx="5125500" cy="2390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37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94" name="Google Shape;294;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95" name="Shape 295"/>
        <p:cNvGrpSpPr/>
        <p:nvPr/>
      </p:nvGrpSpPr>
      <p:grpSpPr>
        <a:xfrm>
          <a:off x="0" y="0"/>
          <a:ext cx="0" cy="0"/>
          <a:chOff x="0" y="0"/>
          <a:chExt cx="0" cy="0"/>
        </a:xfrm>
      </p:grpSpPr>
      <p:sp>
        <p:nvSpPr>
          <p:cNvPr id="296" name="Google Shape;296;p28"/>
          <p:cNvSpPr/>
          <p:nvPr>
            <p:ph idx="2" type="pic"/>
          </p:nvPr>
        </p:nvSpPr>
        <p:spPr>
          <a:xfrm>
            <a:off x="1" y="-6901"/>
            <a:ext cx="9144000" cy="5157300"/>
          </a:xfrm>
          <a:prstGeom prst="rect">
            <a:avLst/>
          </a:prstGeom>
          <a:noFill/>
          <a:ln>
            <a:noFill/>
          </a:ln>
        </p:spPr>
      </p:sp>
      <p:sp>
        <p:nvSpPr>
          <p:cNvPr id="297" name="Google Shape;297;p28"/>
          <p:cNvSpPr txBox="1"/>
          <p:nvPr>
            <p:ph type="title"/>
          </p:nvPr>
        </p:nvSpPr>
        <p:spPr>
          <a:xfrm>
            <a:off x="720000" y="539500"/>
            <a:ext cx="3758100" cy="716400"/>
          </a:xfrm>
          <a:prstGeom prst="rect">
            <a:avLst/>
          </a:prstGeom>
          <a:solidFill>
            <a:schemeClr val="dk2"/>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98" name="Google Shape;298;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99" name="Shape 299"/>
        <p:cNvGrpSpPr/>
        <p:nvPr/>
      </p:nvGrpSpPr>
      <p:grpSpPr>
        <a:xfrm>
          <a:off x="0" y="0"/>
          <a:ext cx="0" cy="0"/>
          <a:chOff x="0" y="0"/>
          <a:chExt cx="0" cy="0"/>
        </a:xfrm>
      </p:grpSpPr>
      <p:grpSp>
        <p:nvGrpSpPr>
          <p:cNvPr id="300" name="Google Shape;300;p29"/>
          <p:cNvGrpSpPr/>
          <p:nvPr/>
        </p:nvGrpSpPr>
        <p:grpSpPr>
          <a:xfrm>
            <a:off x="-612725" y="445225"/>
            <a:ext cx="1754025" cy="3142250"/>
            <a:chOff x="-612725" y="445225"/>
            <a:chExt cx="1754025" cy="3142250"/>
          </a:xfrm>
        </p:grpSpPr>
        <p:grpSp>
          <p:nvGrpSpPr>
            <p:cNvPr id="301" name="Google Shape;301;p29"/>
            <p:cNvGrpSpPr/>
            <p:nvPr/>
          </p:nvGrpSpPr>
          <p:grpSpPr>
            <a:xfrm>
              <a:off x="285100" y="445225"/>
              <a:ext cx="856200" cy="856200"/>
              <a:chOff x="285100" y="445225"/>
              <a:chExt cx="856200" cy="856200"/>
            </a:xfrm>
          </p:grpSpPr>
          <p:sp>
            <p:nvSpPr>
              <p:cNvPr id="302" name="Google Shape;302;p29"/>
              <p:cNvSpPr/>
              <p:nvPr/>
            </p:nvSpPr>
            <p:spPr>
              <a:xfrm>
                <a:off x="285100" y="445225"/>
                <a:ext cx="856200" cy="856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303" name="Google Shape;303;p29"/>
              <p:cNvSpPr/>
              <p:nvPr/>
            </p:nvSpPr>
            <p:spPr>
              <a:xfrm>
                <a:off x="506762" y="579382"/>
                <a:ext cx="412876" cy="587885"/>
              </a:xfrm>
              <a:custGeom>
                <a:rect b="b" l="l" r="r" t="t"/>
                <a:pathLst>
                  <a:path extrusionOk="0" h="5455" w="3831">
                    <a:moveTo>
                      <a:pt x="1959" y="30"/>
                    </a:moveTo>
                    <a:lnTo>
                      <a:pt x="1959" y="30"/>
                    </a:lnTo>
                    <a:cubicBezTo>
                      <a:pt x="13" y="3175"/>
                      <a:pt x="13" y="3175"/>
                      <a:pt x="13" y="3175"/>
                    </a:cubicBezTo>
                    <a:cubicBezTo>
                      <a:pt x="-19" y="3217"/>
                      <a:pt x="13" y="3269"/>
                      <a:pt x="65" y="3269"/>
                    </a:cubicBezTo>
                    <a:cubicBezTo>
                      <a:pt x="1606" y="3269"/>
                      <a:pt x="1606" y="3269"/>
                      <a:pt x="1606" y="3269"/>
                    </a:cubicBezTo>
                    <a:cubicBezTo>
                      <a:pt x="1638" y="3269"/>
                      <a:pt x="1669" y="3300"/>
                      <a:pt x="1669" y="3331"/>
                    </a:cubicBezTo>
                    <a:cubicBezTo>
                      <a:pt x="1669" y="5394"/>
                      <a:pt x="1669" y="5394"/>
                      <a:pt x="1669" y="5394"/>
                    </a:cubicBezTo>
                    <a:cubicBezTo>
                      <a:pt x="1669" y="5456"/>
                      <a:pt x="1742" y="5477"/>
                      <a:pt x="1773" y="5425"/>
                    </a:cubicBezTo>
                    <a:cubicBezTo>
                      <a:pt x="3824" y="2332"/>
                      <a:pt x="3824" y="2332"/>
                      <a:pt x="3824" y="2332"/>
                    </a:cubicBezTo>
                    <a:cubicBezTo>
                      <a:pt x="3845" y="2291"/>
                      <a:pt x="3814" y="2239"/>
                      <a:pt x="3772" y="2239"/>
                    </a:cubicBezTo>
                    <a:cubicBezTo>
                      <a:pt x="2126" y="2239"/>
                      <a:pt x="2126" y="2239"/>
                      <a:pt x="2126" y="2239"/>
                    </a:cubicBezTo>
                    <a:cubicBezTo>
                      <a:pt x="2095" y="2239"/>
                      <a:pt x="2074" y="2207"/>
                      <a:pt x="2074" y="2176"/>
                    </a:cubicBezTo>
                    <a:cubicBezTo>
                      <a:pt x="2064" y="61"/>
                      <a:pt x="2064" y="61"/>
                      <a:pt x="2064" y="61"/>
                    </a:cubicBezTo>
                    <a:cubicBezTo>
                      <a:pt x="2064" y="-1"/>
                      <a:pt x="1991" y="-22"/>
                      <a:pt x="1959" y="30"/>
                    </a:cubicBezTo>
                    <a:close/>
                  </a:path>
                </a:pathLst>
              </a:custGeom>
              <a:noFill/>
              <a:ln cap="flat" cmpd="sng" w="9525">
                <a:solidFill>
                  <a:schemeClr val="dk1"/>
                </a:solidFill>
                <a:prstDash val="solid"/>
                <a:miter lim="8000"/>
                <a:headEnd len="sm" w="sm" type="none"/>
                <a:tailEnd len="sm" w="sm" type="none"/>
              </a:ln>
            </p:spPr>
            <p:txBody>
              <a:bodyPr anchorCtr="1" anchor="ctr" bIns="52550" lIns="97550" spcFirstLastPara="1" rIns="97550" wrap="square" tIns="525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04" name="Google Shape;304;p29"/>
            <p:cNvSpPr/>
            <p:nvPr/>
          </p:nvSpPr>
          <p:spPr>
            <a:xfrm>
              <a:off x="-612725" y="3303075"/>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sp>
        <p:nvSpPr>
          <p:cNvPr id="305" name="Google Shape;305;p29"/>
          <p:cNvSpPr/>
          <p:nvPr/>
        </p:nvSpPr>
        <p:spPr>
          <a:xfrm>
            <a:off x="8892475" y="924325"/>
            <a:ext cx="2223000" cy="2223000"/>
          </a:xfrm>
          <a:prstGeom prst="ellipse">
            <a:avLst/>
          </a:prstGeom>
          <a:solidFill>
            <a:srgbClr val="B9611A">
              <a:alpha val="18823"/>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306" name="Google Shape;306;p29"/>
          <p:cNvSpPr txBox="1"/>
          <p:nvPr>
            <p:ph type="title"/>
          </p:nvPr>
        </p:nvSpPr>
        <p:spPr>
          <a:xfrm>
            <a:off x="3539017" y="539500"/>
            <a:ext cx="4891800" cy="1058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sz="6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7" name="Google Shape;307;p29"/>
          <p:cNvSpPr txBox="1"/>
          <p:nvPr>
            <p:ph idx="1" type="subTitle"/>
          </p:nvPr>
        </p:nvSpPr>
        <p:spPr>
          <a:xfrm>
            <a:off x="3538975" y="1598200"/>
            <a:ext cx="4891800" cy="714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308" name="Google Shape;308;p29"/>
          <p:cNvSpPr txBox="1"/>
          <p:nvPr/>
        </p:nvSpPr>
        <p:spPr>
          <a:xfrm>
            <a:off x="3538975" y="3393450"/>
            <a:ext cx="4068900" cy="714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1" i="0" lang="en" sz="1200" u="none" cap="none" strike="noStrike">
                <a:solidFill>
                  <a:schemeClr val="dk1"/>
                </a:solidFill>
                <a:latin typeface="Sofia Sans"/>
                <a:ea typeface="Sofia Sans"/>
                <a:cs typeface="Sofia Sans"/>
                <a:sym typeface="Sofia Sans"/>
              </a:rPr>
              <a:t>CREDITS:</a:t>
            </a:r>
            <a:r>
              <a:rPr b="0" i="0" lang="en" sz="1200" u="none" cap="none" strike="noStrike">
                <a:solidFill>
                  <a:schemeClr val="dk1"/>
                </a:solidFill>
                <a:latin typeface="Sofia Sans"/>
                <a:ea typeface="Sofia Sans"/>
                <a:cs typeface="Sofia Sans"/>
                <a:sym typeface="Sofia Sans"/>
              </a:rPr>
              <a:t> This presentation template was created by </a:t>
            </a:r>
            <a:r>
              <a:rPr b="1" i="0" lang="en" sz="1200" u="sng" cap="none" strike="noStrike">
                <a:solidFill>
                  <a:schemeClr val="hlink"/>
                </a:solidFill>
                <a:latin typeface="Sofia Sans"/>
                <a:ea typeface="Sofia Sans"/>
                <a:cs typeface="Sofia Sans"/>
                <a:sym typeface="Sofia Sans"/>
                <a:hlinkClick r:id="rId2"/>
              </a:rPr>
              <a:t>Slidesgo</a:t>
            </a:r>
            <a:r>
              <a:rPr b="0" i="0" lang="en" sz="1200" u="none" cap="none" strike="noStrike">
                <a:solidFill>
                  <a:schemeClr val="dk1"/>
                </a:solidFill>
                <a:latin typeface="Sofia Sans"/>
                <a:ea typeface="Sofia Sans"/>
                <a:cs typeface="Sofia Sans"/>
                <a:sym typeface="Sofia Sans"/>
              </a:rPr>
              <a:t>, and includes icons by </a:t>
            </a:r>
            <a:r>
              <a:rPr b="1" i="0" lang="en" sz="1200" u="sng" cap="none" strike="noStrike">
                <a:solidFill>
                  <a:schemeClr val="hlink"/>
                </a:solidFill>
                <a:latin typeface="Sofia Sans"/>
                <a:ea typeface="Sofia Sans"/>
                <a:cs typeface="Sofia Sans"/>
                <a:sym typeface="Sofia Sans"/>
                <a:hlinkClick r:id="rId3"/>
              </a:rPr>
              <a:t>Flaticon</a:t>
            </a:r>
            <a:r>
              <a:rPr b="0" i="0" lang="en" sz="1200" u="none" cap="none" strike="noStrike">
                <a:solidFill>
                  <a:schemeClr val="dk1"/>
                </a:solidFill>
                <a:latin typeface="Sofia Sans"/>
                <a:ea typeface="Sofia Sans"/>
                <a:cs typeface="Sofia Sans"/>
                <a:sym typeface="Sofia Sans"/>
              </a:rPr>
              <a:t>, and infographics &amp; images by </a:t>
            </a:r>
            <a:r>
              <a:rPr b="1" i="0" lang="en" sz="1200" u="sng" cap="none" strike="noStrike">
                <a:solidFill>
                  <a:schemeClr val="hlink"/>
                </a:solidFill>
                <a:latin typeface="Sofia Sans"/>
                <a:ea typeface="Sofia Sans"/>
                <a:cs typeface="Sofia Sans"/>
                <a:sym typeface="Sofia Sans"/>
                <a:hlinkClick r:id="rId4"/>
              </a:rPr>
              <a:t>Freepik</a:t>
            </a:r>
            <a:r>
              <a:rPr b="0" i="0" lang="en" sz="1200" u="sng" cap="none" strike="noStrike">
                <a:solidFill>
                  <a:schemeClr val="dk1"/>
                </a:solidFill>
                <a:latin typeface="Sofia Sans"/>
                <a:ea typeface="Sofia Sans"/>
                <a:cs typeface="Sofia Sans"/>
                <a:sym typeface="Sofia Sans"/>
              </a:rPr>
              <a:t> </a:t>
            </a:r>
            <a:endParaRPr b="1" i="0" sz="1200" u="sng" cap="none" strike="noStrike">
              <a:solidFill>
                <a:schemeClr val="dk1"/>
              </a:solidFill>
              <a:latin typeface="Sofia Sans"/>
              <a:ea typeface="Sofia Sans"/>
              <a:cs typeface="Sofia Sans"/>
              <a:sym typeface="Sofia Sans"/>
            </a:endParaRPr>
          </a:p>
        </p:txBody>
      </p:sp>
      <p:sp>
        <p:nvSpPr>
          <p:cNvPr id="309" name="Google Shape;309;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10" name="Shape 310"/>
        <p:cNvGrpSpPr/>
        <p:nvPr/>
      </p:nvGrpSpPr>
      <p:grpSpPr>
        <a:xfrm>
          <a:off x="0" y="0"/>
          <a:ext cx="0" cy="0"/>
          <a:chOff x="0" y="0"/>
          <a:chExt cx="0" cy="0"/>
        </a:xfrm>
      </p:grpSpPr>
      <p:sp>
        <p:nvSpPr>
          <p:cNvPr id="311" name="Google Shape;311;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12" name="Shape 312"/>
        <p:cNvGrpSpPr/>
        <p:nvPr/>
      </p:nvGrpSpPr>
      <p:grpSpPr>
        <a:xfrm>
          <a:off x="0" y="0"/>
          <a:ext cx="0" cy="0"/>
          <a:chOff x="0" y="0"/>
          <a:chExt cx="0" cy="0"/>
        </a:xfrm>
      </p:grpSpPr>
      <p:grpSp>
        <p:nvGrpSpPr>
          <p:cNvPr id="313" name="Google Shape;313;p31"/>
          <p:cNvGrpSpPr/>
          <p:nvPr/>
        </p:nvGrpSpPr>
        <p:grpSpPr>
          <a:xfrm>
            <a:off x="-1659025" y="1460250"/>
            <a:ext cx="12494425" cy="2223000"/>
            <a:chOff x="-1659025" y="1793600"/>
            <a:chExt cx="12494425" cy="2223000"/>
          </a:xfrm>
        </p:grpSpPr>
        <p:sp>
          <p:nvSpPr>
            <p:cNvPr id="314" name="Google Shape;314;p31"/>
            <p:cNvSpPr/>
            <p:nvPr/>
          </p:nvSpPr>
          <p:spPr>
            <a:xfrm>
              <a:off x="-1659025" y="1793600"/>
              <a:ext cx="2223000" cy="2223000"/>
            </a:xfrm>
            <a:prstGeom prst="ellipse">
              <a:avLst/>
            </a:prstGeom>
            <a:solidFill>
              <a:srgbClr val="B9611A">
                <a:alpha val="18823"/>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315" name="Google Shape;315;p31"/>
            <p:cNvSpPr/>
            <p:nvPr/>
          </p:nvSpPr>
          <p:spPr>
            <a:xfrm>
              <a:off x="8612400" y="1793600"/>
              <a:ext cx="2223000" cy="2223000"/>
            </a:xfrm>
            <a:prstGeom prst="ellipse">
              <a:avLst/>
            </a:prstGeom>
            <a:solidFill>
              <a:srgbClr val="B9611A">
                <a:alpha val="18823"/>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grpSp>
        <p:nvGrpSpPr>
          <p:cNvPr id="316" name="Google Shape;316;p31"/>
          <p:cNvGrpSpPr/>
          <p:nvPr/>
        </p:nvGrpSpPr>
        <p:grpSpPr>
          <a:xfrm>
            <a:off x="285100" y="445225"/>
            <a:ext cx="856200" cy="856200"/>
            <a:chOff x="285100" y="445225"/>
            <a:chExt cx="856200" cy="856200"/>
          </a:xfrm>
        </p:grpSpPr>
        <p:sp>
          <p:nvSpPr>
            <p:cNvPr id="317" name="Google Shape;317;p31"/>
            <p:cNvSpPr/>
            <p:nvPr/>
          </p:nvSpPr>
          <p:spPr>
            <a:xfrm>
              <a:off x="285100" y="445225"/>
              <a:ext cx="856200" cy="856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318" name="Google Shape;318;p31"/>
            <p:cNvSpPr/>
            <p:nvPr/>
          </p:nvSpPr>
          <p:spPr>
            <a:xfrm>
              <a:off x="506762" y="579382"/>
              <a:ext cx="412876" cy="587885"/>
            </a:xfrm>
            <a:custGeom>
              <a:rect b="b" l="l" r="r" t="t"/>
              <a:pathLst>
                <a:path extrusionOk="0" h="5455" w="3831">
                  <a:moveTo>
                    <a:pt x="1959" y="30"/>
                  </a:moveTo>
                  <a:lnTo>
                    <a:pt x="1959" y="30"/>
                  </a:lnTo>
                  <a:cubicBezTo>
                    <a:pt x="13" y="3175"/>
                    <a:pt x="13" y="3175"/>
                    <a:pt x="13" y="3175"/>
                  </a:cubicBezTo>
                  <a:cubicBezTo>
                    <a:pt x="-19" y="3217"/>
                    <a:pt x="13" y="3269"/>
                    <a:pt x="65" y="3269"/>
                  </a:cubicBezTo>
                  <a:cubicBezTo>
                    <a:pt x="1606" y="3269"/>
                    <a:pt x="1606" y="3269"/>
                    <a:pt x="1606" y="3269"/>
                  </a:cubicBezTo>
                  <a:cubicBezTo>
                    <a:pt x="1638" y="3269"/>
                    <a:pt x="1669" y="3300"/>
                    <a:pt x="1669" y="3331"/>
                  </a:cubicBezTo>
                  <a:cubicBezTo>
                    <a:pt x="1669" y="5394"/>
                    <a:pt x="1669" y="5394"/>
                    <a:pt x="1669" y="5394"/>
                  </a:cubicBezTo>
                  <a:cubicBezTo>
                    <a:pt x="1669" y="5456"/>
                    <a:pt x="1742" y="5477"/>
                    <a:pt x="1773" y="5425"/>
                  </a:cubicBezTo>
                  <a:cubicBezTo>
                    <a:pt x="3824" y="2332"/>
                    <a:pt x="3824" y="2332"/>
                    <a:pt x="3824" y="2332"/>
                  </a:cubicBezTo>
                  <a:cubicBezTo>
                    <a:pt x="3845" y="2291"/>
                    <a:pt x="3814" y="2239"/>
                    <a:pt x="3772" y="2239"/>
                  </a:cubicBezTo>
                  <a:cubicBezTo>
                    <a:pt x="2126" y="2239"/>
                    <a:pt x="2126" y="2239"/>
                    <a:pt x="2126" y="2239"/>
                  </a:cubicBezTo>
                  <a:cubicBezTo>
                    <a:pt x="2095" y="2239"/>
                    <a:pt x="2074" y="2207"/>
                    <a:pt x="2074" y="2176"/>
                  </a:cubicBezTo>
                  <a:cubicBezTo>
                    <a:pt x="2064" y="61"/>
                    <a:pt x="2064" y="61"/>
                    <a:pt x="2064" y="61"/>
                  </a:cubicBezTo>
                  <a:cubicBezTo>
                    <a:pt x="2064" y="-1"/>
                    <a:pt x="1991" y="-22"/>
                    <a:pt x="1959" y="30"/>
                  </a:cubicBezTo>
                  <a:close/>
                </a:path>
              </a:pathLst>
            </a:custGeom>
            <a:noFill/>
            <a:ln cap="flat" cmpd="sng" w="9525">
              <a:solidFill>
                <a:srgbClr val="000000"/>
              </a:solidFill>
              <a:prstDash val="solid"/>
              <a:miter lim="8000"/>
              <a:headEnd len="sm" w="sm" type="none"/>
              <a:tailEnd len="sm" w="sm" type="none"/>
            </a:ln>
          </p:spPr>
          <p:txBody>
            <a:bodyPr anchorCtr="1" anchor="ctr" bIns="52550" lIns="97550" spcFirstLastPara="1" rIns="97550" wrap="square" tIns="525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19" name="Google Shape;319;p31"/>
          <p:cNvGrpSpPr/>
          <p:nvPr/>
        </p:nvGrpSpPr>
        <p:grpSpPr>
          <a:xfrm>
            <a:off x="-940505" y="445225"/>
            <a:ext cx="10717630" cy="4405452"/>
            <a:chOff x="-940505" y="445225"/>
            <a:chExt cx="10717630" cy="4405452"/>
          </a:xfrm>
        </p:grpSpPr>
        <p:grpSp>
          <p:nvGrpSpPr>
            <p:cNvPr id="320" name="Google Shape;320;p31"/>
            <p:cNvGrpSpPr/>
            <p:nvPr/>
          </p:nvGrpSpPr>
          <p:grpSpPr>
            <a:xfrm>
              <a:off x="-940505" y="3967928"/>
              <a:ext cx="2534850" cy="882749"/>
              <a:chOff x="-96030" y="3967928"/>
              <a:chExt cx="2534850" cy="882749"/>
            </a:xfrm>
          </p:grpSpPr>
          <p:sp>
            <p:nvSpPr>
              <p:cNvPr id="321" name="Google Shape;321;p31"/>
              <p:cNvSpPr/>
              <p:nvPr/>
            </p:nvSpPr>
            <p:spPr>
              <a:xfrm>
                <a:off x="-96030" y="3967928"/>
                <a:ext cx="2231728" cy="792270"/>
              </a:xfrm>
              <a:custGeom>
                <a:rect b="b" l="l" r="r" t="t"/>
                <a:pathLst>
                  <a:path extrusionOk="0" fill="none" h="4527" w="12752">
                    <a:moveTo>
                      <a:pt x="0" y="0"/>
                    </a:moveTo>
                    <a:lnTo>
                      <a:pt x="0" y="0"/>
                    </a:lnTo>
                    <a:cubicBezTo>
                      <a:pt x="10972" y="0"/>
                      <a:pt x="10972" y="0"/>
                      <a:pt x="10972" y="0"/>
                    </a:cubicBezTo>
                    <a:cubicBezTo>
                      <a:pt x="11576" y="0"/>
                      <a:pt x="12068" y="492"/>
                      <a:pt x="12068" y="1096"/>
                    </a:cubicBezTo>
                    <a:cubicBezTo>
                      <a:pt x="12068" y="1247"/>
                      <a:pt x="12068" y="1247"/>
                      <a:pt x="12068" y="1247"/>
                    </a:cubicBezTo>
                    <a:cubicBezTo>
                      <a:pt x="12068" y="1851"/>
                      <a:pt x="11576" y="2344"/>
                      <a:pt x="10972" y="2344"/>
                    </a:cubicBezTo>
                    <a:cubicBezTo>
                      <a:pt x="2845" y="2344"/>
                      <a:pt x="2845" y="2344"/>
                      <a:pt x="2845" y="2344"/>
                    </a:cubicBezTo>
                    <a:cubicBezTo>
                      <a:pt x="2241" y="2344"/>
                      <a:pt x="1748" y="2827"/>
                      <a:pt x="1748" y="3431"/>
                    </a:cubicBezTo>
                    <a:lnTo>
                      <a:pt x="1748" y="3431"/>
                    </a:lnTo>
                    <a:cubicBezTo>
                      <a:pt x="1748" y="4043"/>
                      <a:pt x="2241" y="4527"/>
                      <a:pt x="2845" y="4527"/>
                    </a:cubicBezTo>
                    <a:cubicBezTo>
                      <a:pt x="12752" y="4527"/>
                      <a:pt x="12752" y="4527"/>
                      <a:pt x="12752" y="4527"/>
                    </a:cubicBezTo>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2" name="Google Shape;322;p31"/>
              <p:cNvSpPr/>
              <p:nvPr/>
            </p:nvSpPr>
            <p:spPr>
              <a:xfrm>
                <a:off x="2135702" y="4682493"/>
                <a:ext cx="190411" cy="157159"/>
              </a:xfrm>
              <a:custGeom>
                <a:rect b="b" l="l" r="r" t="t"/>
                <a:pathLst>
                  <a:path extrusionOk="0" h="898" w="1088">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3" name="Google Shape;323;p31"/>
              <p:cNvSpPr/>
              <p:nvPr/>
            </p:nvSpPr>
            <p:spPr>
              <a:xfrm>
                <a:off x="2326113" y="4668492"/>
                <a:ext cx="29227" cy="182185"/>
              </a:xfrm>
              <a:custGeom>
                <a:rect b="b" l="l" r="r" t="t"/>
                <a:pathLst>
                  <a:path extrusionOk="0" h="1041" w="167">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4" name="Google Shape;324;p31"/>
              <p:cNvSpPr/>
              <p:nvPr/>
            </p:nvSpPr>
            <p:spPr>
              <a:xfrm>
                <a:off x="2355340" y="4783999"/>
                <a:ext cx="83480" cy="25026"/>
              </a:xfrm>
              <a:custGeom>
                <a:rect b="b" l="l" r="r" t="t"/>
                <a:pathLst>
                  <a:path extrusionOk="0" h="143" w="477">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cap="rnd" cmpd="sng" w="9525">
                <a:solidFill>
                  <a:schemeClr val="dk1"/>
                </a:solidFill>
                <a:prstDash val="solid"/>
                <a:round/>
                <a:headEnd len="sm" w="sm" type="none"/>
                <a:tailEnd len="sm" w="sm" type="none"/>
              </a:ln>
            </p:spPr>
            <p:txBody>
              <a:bodyPr anchorCtr="1" anchor="ctr" bIns="700" lIns="95750" spcFirstLastPara="1" rIns="95750" wrap="square" tIns="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5" name="Google Shape;325;p31"/>
              <p:cNvSpPr/>
              <p:nvPr/>
            </p:nvSpPr>
            <p:spPr>
              <a:xfrm>
                <a:off x="2355340" y="4710145"/>
                <a:ext cx="83480" cy="25201"/>
              </a:xfrm>
              <a:custGeom>
                <a:rect b="b" l="l" r="r" t="t"/>
                <a:pathLst>
                  <a:path extrusionOk="0" h="144" w="477">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cap="rnd" cmpd="sng" w="9525">
                <a:solidFill>
                  <a:schemeClr val="dk1"/>
                </a:solidFill>
                <a:prstDash val="solid"/>
                <a:round/>
                <a:headEnd len="sm" w="sm" type="none"/>
                <a:tailEnd len="sm" w="sm" type="none"/>
              </a:ln>
            </p:spPr>
            <p:txBody>
              <a:bodyPr anchorCtr="1" anchor="ctr" bIns="1075" lIns="95750" spcFirstLastPara="1" rIns="95750" wrap="square" tIns="10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26" name="Google Shape;326;p31"/>
            <p:cNvSpPr/>
            <p:nvPr/>
          </p:nvSpPr>
          <p:spPr>
            <a:xfrm>
              <a:off x="8600525" y="4461800"/>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nvGrpSpPr>
            <p:cNvPr id="327" name="Google Shape;327;p31"/>
            <p:cNvGrpSpPr/>
            <p:nvPr/>
          </p:nvGrpSpPr>
          <p:grpSpPr>
            <a:xfrm>
              <a:off x="285100" y="445225"/>
              <a:ext cx="856200" cy="856200"/>
              <a:chOff x="285100" y="445225"/>
              <a:chExt cx="856200" cy="856200"/>
            </a:xfrm>
          </p:grpSpPr>
          <p:sp>
            <p:nvSpPr>
              <p:cNvPr id="328" name="Google Shape;328;p31"/>
              <p:cNvSpPr/>
              <p:nvPr/>
            </p:nvSpPr>
            <p:spPr>
              <a:xfrm>
                <a:off x="506762" y="579382"/>
                <a:ext cx="412876" cy="587885"/>
              </a:xfrm>
              <a:custGeom>
                <a:rect b="b" l="l" r="r" t="t"/>
                <a:pathLst>
                  <a:path extrusionOk="0" h="5455" w="3831">
                    <a:moveTo>
                      <a:pt x="1959" y="30"/>
                    </a:moveTo>
                    <a:lnTo>
                      <a:pt x="1959" y="30"/>
                    </a:lnTo>
                    <a:cubicBezTo>
                      <a:pt x="13" y="3175"/>
                      <a:pt x="13" y="3175"/>
                      <a:pt x="13" y="3175"/>
                    </a:cubicBezTo>
                    <a:cubicBezTo>
                      <a:pt x="-19" y="3217"/>
                      <a:pt x="13" y="3269"/>
                      <a:pt x="65" y="3269"/>
                    </a:cubicBezTo>
                    <a:cubicBezTo>
                      <a:pt x="1606" y="3269"/>
                      <a:pt x="1606" y="3269"/>
                      <a:pt x="1606" y="3269"/>
                    </a:cubicBezTo>
                    <a:cubicBezTo>
                      <a:pt x="1638" y="3269"/>
                      <a:pt x="1669" y="3300"/>
                      <a:pt x="1669" y="3331"/>
                    </a:cubicBezTo>
                    <a:cubicBezTo>
                      <a:pt x="1669" y="5394"/>
                      <a:pt x="1669" y="5394"/>
                      <a:pt x="1669" y="5394"/>
                    </a:cubicBezTo>
                    <a:cubicBezTo>
                      <a:pt x="1669" y="5456"/>
                      <a:pt x="1742" y="5477"/>
                      <a:pt x="1773" y="5425"/>
                    </a:cubicBezTo>
                    <a:cubicBezTo>
                      <a:pt x="3824" y="2332"/>
                      <a:pt x="3824" y="2332"/>
                      <a:pt x="3824" y="2332"/>
                    </a:cubicBezTo>
                    <a:cubicBezTo>
                      <a:pt x="3845" y="2291"/>
                      <a:pt x="3814" y="2239"/>
                      <a:pt x="3772" y="2239"/>
                    </a:cubicBezTo>
                    <a:cubicBezTo>
                      <a:pt x="2126" y="2239"/>
                      <a:pt x="2126" y="2239"/>
                      <a:pt x="2126" y="2239"/>
                    </a:cubicBezTo>
                    <a:cubicBezTo>
                      <a:pt x="2095" y="2239"/>
                      <a:pt x="2074" y="2207"/>
                      <a:pt x="2074" y="2176"/>
                    </a:cubicBezTo>
                    <a:cubicBezTo>
                      <a:pt x="2064" y="61"/>
                      <a:pt x="2064" y="61"/>
                      <a:pt x="2064" y="61"/>
                    </a:cubicBezTo>
                    <a:cubicBezTo>
                      <a:pt x="2064" y="-1"/>
                      <a:pt x="1991" y="-22"/>
                      <a:pt x="1959" y="30"/>
                    </a:cubicBezTo>
                    <a:close/>
                  </a:path>
                </a:pathLst>
              </a:custGeom>
              <a:noFill/>
              <a:ln cap="flat" cmpd="sng" w="9525">
                <a:solidFill>
                  <a:schemeClr val="dk1"/>
                </a:solidFill>
                <a:prstDash val="solid"/>
                <a:miter lim="8000"/>
                <a:headEnd len="sm" w="sm" type="none"/>
                <a:tailEnd len="sm" w="sm" type="none"/>
              </a:ln>
            </p:spPr>
            <p:txBody>
              <a:bodyPr anchorCtr="1" anchor="ctr" bIns="52550" lIns="97550" spcFirstLastPara="1" rIns="97550" wrap="square" tIns="525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9" name="Google Shape;329;p31"/>
              <p:cNvSpPr/>
              <p:nvPr/>
            </p:nvSpPr>
            <p:spPr>
              <a:xfrm>
                <a:off x="285100" y="445225"/>
                <a:ext cx="856200" cy="856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grpSp>
      <p:grpSp>
        <p:nvGrpSpPr>
          <p:cNvPr id="330" name="Google Shape;330;p31"/>
          <p:cNvGrpSpPr/>
          <p:nvPr/>
        </p:nvGrpSpPr>
        <p:grpSpPr>
          <a:xfrm>
            <a:off x="6775790" y="2934165"/>
            <a:ext cx="1523160" cy="819530"/>
            <a:chOff x="2852640" y="2125440"/>
            <a:chExt cx="1523160" cy="819530"/>
          </a:xfrm>
        </p:grpSpPr>
        <p:sp>
          <p:nvSpPr>
            <p:cNvPr id="331" name="Google Shape;331;p31"/>
            <p:cNvSpPr/>
            <p:nvPr/>
          </p:nvSpPr>
          <p:spPr>
            <a:xfrm>
              <a:off x="3161880" y="2647610"/>
              <a:ext cx="1189800" cy="297360"/>
            </a:xfrm>
            <a:custGeom>
              <a:rect b="b" l="l" r="r" t="t"/>
              <a:pathLst>
                <a:path extrusionOk="0" h="826" w="3305">
                  <a:moveTo>
                    <a:pt x="0" y="711"/>
                  </a:moveTo>
                  <a:lnTo>
                    <a:pt x="0" y="711"/>
                  </a:lnTo>
                  <a:cubicBezTo>
                    <a:pt x="0" y="116"/>
                    <a:pt x="0" y="116"/>
                    <a:pt x="0" y="116"/>
                  </a:cubicBezTo>
                  <a:cubicBezTo>
                    <a:pt x="0" y="49"/>
                    <a:pt x="67" y="0"/>
                    <a:pt x="132" y="0"/>
                  </a:cubicBezTo>
                  <a:cubicBezTo>
                    <a:pt x="3173" y="0"/>
                    <a:pt x="3173" y="0"/>
                    <a:pt x="3173" y="0"/>
                  </a:cubicBezTo>
                  <a:cubicBezTo>
                    <a:pt x="3256" y="0"/>
                    <a:pt x="3305" y="49"/>
                    <a:pt x="3305" y="116"/>
                  </a:cubicBezTo>
                  <a:cubicBezTo>
                    <a:pt x="3305" y="711"/>
                    <a:pt x="3305" y="711"/>
                    <a:pt x="3305" y="711"/>
                  </a:cubicBezTo>
                  <a:cubicBezTo>
                    <a:pt x="3305" y="776"/>
                    <a:pt x="3256" y="826"/>
                    <a:pt x="3173" y="826"/>
                  </a:cubicBezTo>
                  <a:cubicBezTo>
                    <a:pt x="132" y="826"/>
                    <a:pt x="132" y="826"/>
                    <a:pt x="132" y="826"/>
                  </a:cubicBezTo>
                  <a:cubicBezTo>
                    <a:pt x="67" y="826"/>
                    <a:pt x="0" y="776"/>
                    <a:pt x="0" y="711"/>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2" name="Google Shape;332;p31"/>
            <p:cNvSpPr/>
            <p:nvPr/>
          </p:nvSpPr>
          <p:spPr>
            <a:xfrm>
              <a:off x="3453480" y="2647610"/>
              <a:ext cx="898200" cy="297360"/>
            </a:xfrm>
            <a:custGeom>
              <a:rect b="b" l="l" r="r" t="t"/>
              <a:pathLst>
                <a:path extrusionOk="0" h="826" w="2495">
                  <a:moveTo>
                    <a:pt x="0" y="826"/>
                  </a:moveTo>
                  <a:lnTo>
                    <a:pt x="0" y="826"/>
                  </a:lnTo>
                  <a:cubicBezTo>
                    <a:pt x="0" y="0"/>
                    <a:pt x="0" y="0"/>
                    <a:pt x="0" y="0"/>
                  </a:cubicBezTo>
                  <a:cubicBezTo>
                    <a:pt x="2363" y="0"/>
                    <a:pt x="2363" y="0"/>
                    <a:pt x="2363" y="0"/>
                  </a:cubicBezTo>
                  <a:cubicBezTo>
                    <a:pt x="2446" y="0"/>
                    <a:pt x="2495" y="49"/>
                    <a:pt x="2495" y="116"/>
                  </a:cubicBezTo>
                  <a:cubicBezTo>
                    <a:pt x="2495" y="711"/>
                    <a:pt x="2495" y="711"/>
                    <a:pt x="2495" y="711"/>
                  </a:cubicBezTo>
                  <a:cubicBezTo>
                    <a:pt x="2495" y="776"/>
                    <a:pt x="2446" y="826"/>
                    <a:pt x="2363" y="826"/>
                  </a:cubicBezTo>
                  <a:lnTo>
                    <a:pt x="0" y="826"/>
                  </a:lnTo>
                  <a:close/>
                </a:path>
              </a:pathLst>
            </a:custGeom>
            <a:solidFill>
              <a:schemeClr val="accent4"/>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3" name="Google Shape;333;p31"/>
            <p:cNvSpPr/>
            <p:nvPr/>
          </p:nvSpPr>
          <p:spPr>
            <a:xfrm>
              <a:off x="3132360" y="2707010"/>
              <a:ext cx="29520" cy="178560"/>
            </a:xfrm>
            <a:custGeom>
              <a:rect b="b" l="l" r="r" t="t"/>
              <a:pathLst>
                <a:path extrusionOk="0" h="496" w="82">
                  <a:moveTo>
                    <a:pt x="0" y="49"/>
                  </a:moveTo>
                  <a:lnTo>
                    <a:pt x="0" y="49"/>
                  </a:lnTo>
                  <a:cubicBezTo>
                    <a:pt x="0" y="16"/>
                    <a:pt x="16" y="0"/>
                    <a:pt x="49" y="0"/>
                  </a:cubicBezTo>
                  <a:lnTo>
                    <a:pt x="49" y="0"/>
                  </a:lnTo>
                  <a:cubicBezTo>
                    <a:pt x="67" y="0"/>
                    <a:pt x="82" y="16"/>
                    <a:pt x="82" y="49"/>
                  </a:cubicBezTo>
                  <a:cubicBezTo>
                    <a:pt x="82" y="446"/>
                    <a:pt x="82" y="446"/>
                    <a:pt x="82" y="446"/>
                  </a:cubicBezTo>
                  <a:cubicBezTo>
                    <a:pt x="82" y="479"/>
                    <a:pt x="67" y="496"/>
                    <a:pt x="49" y="496"/>
                  </a:cubicBezTo>
                  <a:lnTo>
                    <a:pt x="49" y="496"/>
                  </a:lnTo>
                  <a:cubicBezTo>
                    <a:pt x="16" y="496"/>
                    <a:pt x="0" y="479"/>
                    <a:pt x="0" y="446"/>
                  </a:cubicBezTo>
                  <a:lnTo>
                    <a:pt x="0" y="49"/>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 name="Google Shape;334;p31"/>
            <p:cNvSpPr/>
            <p:nvPr/>
          </p:nvSpPr>
          <p:spPr>
            <a:xfrm>
              <a:off x="4107960" y="2784050"/>
              <a:ext cx="100800" cy="24120"/>
            </a:xfrm>
            <a:custGeom>
              <a:rect b="b" l="l" r="r" t="t"/>
              <a:pathLst>
                <a:path extrusionOk="0" h="67" w="280">
                  <a:moveTo>
                    <a:pt x="280" y="0"/>
                  </a:moveTo>
                  <a:lnTo>
                    <a:pt x="280" y="67"/>
                  </a:lnTo>
                  <a:lnTo>
                    <a:pt x="0" y="67"/>
                  </a:lnTo>
                  <a:lnTo>
                    <a:pt x="0" y="0"/>
                  </a:lnTo>
                  <a:lnTo>
                    <a:pt x="280" y="0"/>
                  </a:lnTo>
                  <a:close/>
                </a:path>
              </a:pathLst>
            </a:custGeom>
            <a:solidFill>
              <a:schemeClr val="dk2"/>
            </a:solidFill>
            <a:ln>
              <a:noFill/>
            </a:ln>
          </p:spPr>
          <p:txBody>
            <a:bodyPr anchorCtr="1" anchor="ctr" bIns="0" lIns="90000" spcFirstLastPara="1" rIns="900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5" name="Google Shape;335;p31"/>
            <p:cNvSpPr/>
            <p:nvPr/>
          </p:nvSpPr>
          <p:spPr>
            <a:xfrm>
              <a:off x="3221280" y="2743010"/>
              <a:ext cx="101160" cy="106560"/>
            </a:xfrm>
            <a:custGeom>
              <a:rect b="b" l="l" r="r" t="t"/>
              <a:pathLst>
                <a:path extrusionOk="0" h="296" w="281">
                  <a:moveTo>
                    <a:pt x="165" y="114"/>
                  </a:moveTo>
                  <a:lnTo>
                    <a:pt x="281" y="114"/>
                  </a:lnTo>
                  <a:lnTo>
                    <a:pt x="281" y="181"/>
                  </a:lnTo>
                  <a:lnTo>
                    <a:pt x="165" y="181"/>
                  </a:lnTo>
                  <a:lnTo>
                    <a:pt x="165" y="296"/>
                  </a:lnTo>
                  <a:lnTo>
                    <a:pt x="116" y="296"/>
                  </a:lnTo>
                  <a:lnTo>
                    <a:pt x="116" y="181"/>
                  </a:lnTo>
                  <a:lnTo>
                    <a:pt x="0" y="181"/>
                  </a:lnTo>
                  <a:lnTo>
                    <a:pt x="0" y="114"/>
                  </a:lnTo>
                  <a:lnTo>
                    <a:pt x="116" y="114"/>
                  </a:lnTo>
                  <a:lnTo>
                    <a:pt x="116" y="0"/>
                  </a:lnTo>
                  <a:lnTo>
                    <a:pt x="165" y="0"/>
                  </a:lnTo>
                  <a:lnTo>
                    <a:pt x="165" y="114"/>
                  </a:lnTo>
                  <a:close/>
                </a:path>
              </a:pathLst>
            </a:custGeom>
            <a:solidFill>
              <a:srgbClr val="EBF0F5"/>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6" name="Google Shape;336;p31"/>
            <p:cNvSpPr/>
            <p:nvPr/>
          </p:nvSpPr>
          <p:spPr>
            <a:xfrm>
              <a:off x="2852640" y="2125440"/>
              <a:ext cx="1475640" cy="457560"/>
            </a:xfrm>
            <a:custGeom>
              <a:rect b="b" l="l" r="r" t="t"/>
              <a:pathLst>
                <a:path extrusionOk="0" h="1271" w="4099">
                  <a:moveTo>
                    <a:pt x="4099" y="198"/>
                  </a:moveTo>
                  <a:lnTo>
                    <a:pt x="4099" y="198"/>
                  </a:lnTo>
                  <a:cubicBezTo>
                    <a:pt x="4099" y="1073"/>
                    <a:pt x="4099" y="1073"/>
                    <a:pt x="4099" y="1073"/>
                  </a:cubicBezTo>
                  <a:cubicBezTo>
                    <a:pt x="4099" y="1189"/>
                    <a:pt x="4017" y="1271"/>
                    <a:pt x="3901" y="1271"/>
                  </a:cubicBezTo>
                  <a:cubicBezTo>
                    <a:pt x="198" y="1271"/>
                    <a:pt x="198" y="1271"/>
                    <a:pt x="198" y="1271"/>
                  </a:cubicBezTo>
                  <a:cubicBezTo>
                    <a:pt x="82" y="1271"/>
                    <a:pt x="0" y="1189"/>
                    <a:pt x="0" y="1073"/>
                  </a:cubicBezTo>
                  <a:cubicBezTo>
                    <a:pt x="0" y="198"/>
                    <a:pt x="0" y="198"/>
                    <a:pt x="0" y="198"/>
                  </a:cubicBezTo>
                  <a:cubicBezTo>
                    <a:pt x="0" y="82"/>
                    <a:pt x="82" y="0"/>
                    <a:pt x="198" y="0"/>
                  </a:cubicBezTo>
                  <a:cubicBezTo>
                    <a:pt x="3901" y="0"/>
                    <a:pt x="3901" y="0"/>
                    <a:pt x="3901" y="0"/>
                  </a:cubicBezTo>
                  <a:cubicBezTo>
                    <a:pt x="4017" y="0"/>
                    <a:pt x="4099" y="82"/>
                    <a:pt x="4099" y="198"/>
                  </a:cubicBezTo>
                  <a:close/>
                </a:path>
              </a:pathLst>
            </a:custGeom>
            <a:solidFill>
              <a:schemeClr val="accen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7" name="Google Shape;337;p31"/>
            <p:cNvSpPr/>
            <p:nvPr/>
          </p:nvSpPr>
          <p:spPr>
            <a:xfrm>
              <a:off x="2852640" y="2125440"/>
              <a:ext cx="1035360" cy="457560"/>
            </a:xfrm>
            <a:custGeom>
              <a:rect b="b" l="l" r="r" t="t"/>
              <a:pathLst>
                <a:path extrusionOk="0" h="1271" w="2876">
                  <a:moveTo>
                    <a:pt x="2876" y="0"/>
                  </a:moveTo>
                  <a:lnTo>
                    <a:pt x="2876" y="0"/>
                  </a:lnTo>
                  <a:cubicBezTo>
                    <a:pt x="2876" y="1271"/>
                    <a:pt x="2876" y="1271"/>
                    <a:pt x="2876" y="1271"/>
                  </a:cubicBezTo>
                  <a:cubicBezTo>
                    <a:pt x="198" y="1271"/>
                    <a:pt x="198" y="1271"/>
                    <a:pt x="198" y="1271"/>
                  </a:cubicBezTo>
                  <a:cubicBezTo>
                    <a:pt x="82" y="1271"/>
                    <a:pt x="0" y="1189"/>
                    <a:pt x="0" y="1073"/>
                  </a:cubicBezTo>
                  <a:cubicBezTo>
                    <a:pt x="0" y="198"/>
                    <a:pt x="0" y="198"/>
                    <a:pt x="0" y="198"/>
                  </a:cubicBezTo>
                  <a:cubicBezTo>
                    <a:pt x="0" y="82"/>
                    <a:pt x="82" y="0"/>
                    <a:pt x="198" y="0"/>
                  </a:cubicBezTo>
                  <a:lnTo>
                    <a:pt x="2876" y="0"/>
                  </a:lnTo>
                  <a:close/>
                </a:path>
              </a:pathLst>
            </a:custGeom>
            <a:solidFill>
              <a:schemeClr val="accent4"/>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8" name="Google Shape;338;p31"/>
            <p:cNvSpPr/>
            <p:nvPr/>
          </p:nvSpPr>
          <p:spPr>
            <a:xfrm>
              <a:off x="4328280" y="2220840"/>
              <a:ext cx="47520" cy="267840"/>
            </a:xfrm>
            <a:custGeom>
              <a:rect b="b" l="l" r="r" t="t"/>
              <a:pathLst>
                <a:path extrusionOk="0" h="744" w="132">
                  <a:moveTo>
                    <a:pt x="132" y="677"/>
                  </a:moveTo>
                  <a:lnTo>
                    <a:pt x="132" y="677"/>
                  </a:lnTo>
                  <a:cubicBezTo>
                    <a:pt x="132" y="711"/>
                    <a:pt x="98" y="744"/>
                    <a:pt x="65" y="744"/>
                  </a:cubicBezTo>
                  <a:lnTo>
                    <a:pt x="65" y="744"/>
                  </a:lnTo>
                  <a:cubicBezTo>
                    <a:pt x="33" y="744"/>
                    <a:pt x="0" y="711"/>
                    <a:pt x="0" y="677"/>
                  </a:cubicBezTo>
                  <a:cubicBezTo>
                    <a:pt x="0" y="66"/>
                    <a:pt x="0" y="66"/>
                    <a:pt x="0" y="66"/>
                  </a:cubicBezTo>
                  <a:cubicBezTo>
                    <a:pt x="0" y="33"/>
                    <a:pt x="33" y="0"/>
                    <a:pt x="65" y="0"/>
                  </a:cubicBezTo>
                  <a:lnTo>
                    <a:pt x="65" y="0"/>
                  </a:lnTo>
                  <a:cubicBezTo>
                    <a:pt x="98" y="0"/>
                    <a:pt x="132" y="33"/>
                    <a:pt x="132" y="66"/>
                  </a:cubicBezTo>
                  <a:lnTo>
                    <a:pt x="132" y="677"/>
                  </a:lnTo>
                  <a:close/>
                </a:path>
              </a:pathLst>
            </a:custGeom>
            <a:solidFill>
              <a:schemeClr val="lt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9" name="Google Shape;339;p31"/>
            <p:cNvSpPr/>
            <p:nvPr/>
          </p:nvSpPr>
          <p:spPr>
            <a:xfrm>
              <a:off x="2942280" y="2333880"/>
              <a:ext cx="154080" cy="41760"/>
            </a:xfrm>
            <a:custGeom>
              <a:rect b="b" l="l" r="r" t="t"/>
              <a:pathLst>
                <a:path extrusionOk="0" h="116" w="428">
                  <a:moveTo>
                    <a:pt x="0" y="116"/>
                  </a:moveTo>
                  <a:lnTo>
                    <a:pt x="0" y="0"/>
                  </a:lnTo>
                  <a:lnTo>
                    <a:pt x="428" y="0"/>
                  </a:lnTo>
                  <a:lnTo>
                    <a:pt x="428" y="116"/>
                  </a:lnTo>
                  <a:lnTo>
                    <a:pt x="0" y="116"/>
                  </a:lnTo>
                  <a:close/>
                </a:path>
              </a:pathLst>
            </a:custGeom>
            <a:solidFill>
              <a:schemeClr val="dk2"/>
            </a:solidFill>
            <a:ln>
              <a:noFill/>
            </a:ln>
          </p:spPr>
          <p:txBody>
            <a:bodyPr anchorCtr="1" anchor="ctr" bIns="0" lIns="90000" spcFirstLastPara="1" rIns="900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0" name="Google Shape;340;p31"/>
            <p:cNvSpPr/>
            <p:nvPr/>
          </p:nvSpPr>
          <p:spPr>
            <a:xfrm>
              <a:off x="4084560" y="2274480"/>
              <a:ext cx="154080" cy="160560"/>
            </a:xfrm>
            <a:custGeom>
              <a:rect b="b" l="l" r="r" t="t"/>
              <a:pathLst>
                <a:path extrusionOk="0" h="446" w="428">
                  <a:moveTo>
                    <a:pt x="180" y="263"/>
                  </a:moveTo>
                  <a:lnTo>
                    <a:pt x="0" y="263"/>
                  </a:lnTo>
                  <a:lnTo>
                    <a:pt x="0" y="181"/>
                  </a:lnTo>
                  <a:lnTo>
                    <a:pt x="180" y="181"/>
                  </a:lnTo>
                  <a:lnTo>
                    <a:pt x="180" y="0"/>
                  </a:lnTo>
                  <a:lnTo>
                    <a:pt x="263" y="0"/>
                  </a:lnTo>
                  <a:lnTo>
                    <a:pt x="263" y="181"/>
                  </a:lnTo>
                  <a:lnTo>
                    <a:pt x="428" y="181"/>
                  </a:lnTo>
                  <a:lnTo>
                    <a:pt x="428" y="263"/>
                  </a:lnTo>
                  <a:lnTo>
                    <a:pt x="263" y="263"/>
                  </a:lnTo>
                  <a:lnTo>
                    <a:pt x="263" y="446"/>
                  </a:lnTo>
                  <a:lnTo>
                    <a:pt x="180" y="446"/>
                  </a:lnTo>
                  <a:lnTo>
                    <a:pt x="180" y="263"/>
                  </a:lnTo>
                  <a:close/>
                </a:path>
              </a:pathLst>
            </a:custGeom>
            <a:solidFill>
              <a:schemeClr val="dk2"/>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41" name="Google Shape;341;p31"/>
          <p:cNvGrpSpPr/>
          <p:nvPr/>
        </p:nvGrpSpPr>
        <p:grpSpPr>
          <a:xfrm>
            <a:off x="6886498" y="1389795"/>
            <a:ext cx="1301760" cy="1449720"/>
            <a:chOff x="365760" y="1923120"/>
            <a:chExt cx="1301760" cy="1449720"/>
          </a:xfrm>
        </p:grpSpPr>
        <p:sp>
          <p:nvSpPr>
            <p:cNvPr id="342" name="Google Shape;342;p31"/>
            <p:cNvSpPr/>
            <p:nvPr/>
          </p:nvSpPr>
          <p:spPr>
            <a:xfrm>
              <a:off x="365760" y="1923120"/>
              <a:ext cx="696240" cy="1249200"/>
            </a:xfrm>
            <a:custGeom>
              <a:rect b="b" l="l" r="r" t="t"/>
              <a:pathLst>
                <a:path extrusionOk="0" h="3470" w="1934">
                  <a:moveTo>
                    <a:pt x="1785" y="183"/>
                  </a:moveTo>
                  <a:lnTo>
                    <a:pt x="1785" y="183"/>
                  </a:lnTo>
                  <a:lnTo>
                    <a:pt x="1785" y="183"/>
                  </a:lnTo>
                  <a:cubicBezTo>
                    <a:pt x="1702" y="183"/>
                    <a:pt x="1636" y="248"/>
                    <a:pt x="1636" y="330"/>
                  </a:cubicBezTo>
                  <a:cubicBezTo>
                    <a:pt x="1636" y="1404"/>
                    <a:pt x="1636" y="1404"/>
                    <a:pt x="1636" y="1404"/>
                  </a:cubicBezTo>
                  <a:cubicBezTo>
                    <a:pt x="1636" y="1422"/>
                    <a:pt x="1604" y="1455"/>
                    <a:pt x="1586" y="1455"/>
                  </a:cubicBezTo>
                  <a:cubicBezTo>
                    <a:pt x="1553" y="1455"/>
                    <a:pt x="1521" y="1422"/>
                    <a:pt x="1521" y="1404"/>
                  </a:cubicBezTo>
                  <a:cubicBezTo>
                    <a:pt x="1521" y="149"/>
                    <a:pt x="1521" y="149"/>
                    <a:pt x="1521" y="149"/>
                  </a:cubicBezTo>
                  <a:cubicBezTo>
                    <a:pt x="1521" y="67"/>
                    <a:pt x="1471" y="0"/>
                    <a:pt x="1388" y="0"/>
                  </a:cubicBezTo>
                  <a:cubicBezTo>
                    <a:pt x="1372" y="0"/>
                    <a:pt x="1372" y="0"/>
                    <a:pt x="1372" y="0"/>
                  </a:cubicBezTo>
                  <a:cubicBezTo>
                    <a:pt x="1290" y="0"/>
                    <a:pt x="1223" y="67"/>
                    <a:pt x="1223" y="149"/>
                  </a:cubicBezTo>
                  <a:cubicBezTo>
                    <a:pt x="1223" y="1404"/>
                    <a:pt x="1223" y="1404"/>
                    <a:pt x="1223" y="1404"/>
                  </a:cubicBezTo>
                  <a:cubicBezTo>
                    <a:pt x="1223" y="1422"/>
                    <a:pt x="1207" y="1455"/>
                    <a:pt x="1174" y="1455"/>
                  </a:cubicBezTo>
                  <a:cubicBezTo>
                    <a:pt x="1141" y="1455"/>
                    <a:pt x="1125" y="1422"/>
                    <a:pt x="1125" y="1404"/>
                  </a:cubicBezTo>
                  <a:cubicBezTo>
                    <a:pt x="1125" y="149"/>
                    <a:pt x="1125" y="149"/>
                    <a:pt x="1125" y="149"/>
                  </a:cubicBezTo>
                  <a:cubicBezTo>
                    <a:pt x="1125" y="67"/>
                    <a:pt x="1058" y="0"/>
                    <a:pt x="976" y="0"/>
                  </a:cubicBezTo>
                  <a:cubicBezTo>
                    <a:pt x="958" y="0"/>
                    <a:pt x="958" y="0"/>
                    <a:pt x="958" y="0"/>
                  </a:cubicBezTo>
                  <a:cubicBezTo>
                    <a:pt x="876" y="0"/>
                    <a:pt x="811" y="67"/>
                    <a:pt x="811" y="149"/>
                  </a:cubicBezTo>
                  <a:cubicBezTo>
                    <a:pt x="811" y="1404"/>
                    <a:pt x="811" y="1404"/>
                    <a:pt x="811" y="1404"/>
                  </a:cubicBezTo>
                  <a:cubicBezTo>
                    <a:pt x="811" y="1422"/>
                    <a:pt x="793" y="1455"/>
                    <a:pt x="760" y="1455"/>
                  </a:cubicBezTo>
                  <a:cubicBezTo>
                    <a:pt x="728" y="1455"/>
                    <a:pt x="711" y="1422"/>
                    <a:pt x="711" y="1404"/>
                  </a:cubicBezTo>
                  <a:cubicBezTo>
                    <a:pt x="711" y="299"/>
                    <a:pt x="711" y="299"/>
                    <a:pt x="711" y="299"/>
                  </a:cubicBezTo>
                  <a:cubicBezTo>
                    <a:pt x="711" y="215"/>
                    <a:pt x="644" y="149"/>
                    <a:pt x="561" y="149"/>
                  </a:cubicBezTo>
                  <a:cubicBezTo>
                    <a:pt x="546" y="149"/>
                    <a:pt x="546" y="149"/>
                    <a:pt x="546" y="149"/>
                  </a:cubicBezTo>
                  <a:cubicBezTo>
                    <a:pt x="463" y="149"/>
                    <a:pt x="396" y="215"/>
                    <a:pt x="396" y="299"/>
                  </a:cubicBezTo>
                  <a:cubicBezTo>
                    <a:pt x="396" y="1851"/>
                    <a:pt x="396" y="1851"/>
                    <a:pt x="396" y="1851"/>
                  </a:cubicBezTo>
                  <a:cubicBezTo>
                    <a:pt x="331" y="1686"/>
                    <a:pt x="331" y="1686"/>
                    <a:pt x="331" y="1686"/>
                  </a:cubicBezTo>
                  <a:lnTo>
                    <a:pt x="314" y="1668"/>
                  </a:lnTo>
                  <a:cubicBezTo>
                    <a:pt x="314" y="1273"/>
                    <a:pt x="314" y="1273"/>
                    <a:pt x="314" y="1273"/>
                  </a:cubicBezTo>
                  <a:cubicBezTo>
                    <a:pt x="314" y="1190"/>
                    <a:pt x="247" y="1123"/>
                    <a:pt x="165" y="1123"/>
                  </a:cubicBezTo>
                  <a:cubicBezTo>
                    <a:pt x="66" y="1123"/>
                    <a:pt x="0" y="1190"/>
                    <a:pt x="0" y="1273"/>
                  </a:cubicBezTo>
                  <a:cubicBezTo>
                    <a:pt x="0" y="1717"/>
                    <a:pt x="0" y="1717"/>
                    <a:pt x="0" y="1717"/>
                  </a:cubicBezTo>
                  <a:lnTo>
                    <a:pt x="0" y="1735"/>
                  </a:lnTo>
                  <a:cubicBezTo>
                    <a:pt x="0" y="1768"/>
                    <a:pt x="0" y="1800"/>
                    <a:pt x="17" y="1833"/>
                  </a:cubicBezTo>
                  <a:cubicBezTo>
                    <a:pt x="17" y="1833"/>
                    <a:pt x="496" y="2891"/>
                    <a:pt x="496" y="2907"/>
                  </a:cubicBezTo>
                  <a:lnTo>
                    <a:pt x="496" y="2907"/>
                  </a:lnTo>
                  <a:cubicBezTo>
                    <a:pt x="496" y="3321"/>
                    <a:pt x="496" y="3321"/>
                    <a:pt x="496" y="3321"/>
                  </a:cubicBezTo>
                  <a:cubicBezTo>
                    <a:pt x="496" y="3404"/>
                    <a:pt x="561" y="3470"/>
                    <a:pt x="644" y="3470"/>
                  </a:cubicBezTo>
                  <a:cubicBezTo>
                    <a:pt x="1702" y="3470"/>
                    <a:pt x="1702" y="3470"/>
                    <a:pt x="1702" y="3470"/>
                  </a:cubicBezTo>
                  <a:cubicBezTo>
                    <a:pt x="1785" y="3470"/>
                    <a:pt x="1851" y="3404"/>
                    <a:pt x="1851" y="3321"/>
                  </a:cubicBezTo>
                  <a:cubicBezTo>
                    <a:pt x="1851" y="2875"/>
                    <a:pt x="1851" y="2875"/>
                    <a:pt x="1851" y="2875"/>
                  </a:cubicBezTo>
                  <a:cubicBezTo>
                    <a:pt x="1900" y="2791"/>
                    <a:pt x="1934" y="2610"/>
                    <a:pt x="1934" y="2544"/>
                  </a:cubicBezTo>
                  <a:cubicBezTo>
                    <a:pt x="1934" y="330"/>
                    <a:pt x="1934" y="330"/>
                    <a:pt x="1934" y="330"/>
                  </a:cubicBezTo>
                  <a:cubicBezTo>
                    <a:pt x="1934" y="248"/>
                    <a:pt x="1867" y="183"/>
                    <a:pt x="1785" y="183"/>
                  </a:cubicBezTo>
                  <a:close/>
                </a:path>
              </a:pathLst>
            </a:custGeom>
            <a:solidFill>
              <a:schemeClr val="accent4"/>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3" name="Google Shape;343;p31"/>
            <p:cNvSpPr/>
            <p:nvPr/>
          </p:nvSpPr>
          <p:spPr>
            <a:xfrm>
              <a:off x="730080" y="2115000"/>
              <a:ext cx="937440" cy="1257840"/>
            </a:xfrm>
            <a:custGeom>
              <a:rect b="b" l="l" r="r" t="t"/>
              <a:pathLst>
                <a:path extrusionOk="0" h="3494" w="2604">
                  <a:moveTo>
                    <a:pt x="1385" y="13"/>
                  </a:moveTo>
                  <a:lnTo>
                    <a:pt x="1385" y="13"/>
                  </a:lnTo>
                  <a:cubicBezTo>
                    <a:pt x="1401" y="13"/>
                    <a:pt x="1401" y="13"/>
                    <a:pt x="1401" y="13"/>
                  </a:cubicBezTo>
                  <a:cubicBezTo>
                    <a:pt x="1468" y="46"/>
                    <a:pt x="1501" y="145"/>
                    <a:pt x="1468" y="211"/>
                  </a:cubicBezTo>
                  <a:cubicBezTo>
                    <a:pt x="1020" y="1184"/>
                    <a:pt x="1020" y="1184"/>
                    <a:pt x="1020" y="1184"/>
                  </a:cubicBezTo>
                  <a:cubicBezTo>
                    <a:pt x="1004" y="1202"/>
                    <a:pt x="1004" y="1235"/>
                    <a:pt x="1038" y="1251"/>
                  </a:cubicBezTo>
                  <a:cubicBezTo>
                    <a:pt x="1071" y="1267"/>
                    <a:pt x="1104" y="1251"/>
                    <a:pt x="1104" y="1218"/>
                  </a:cubicBezTo>
                  <a:cubicBezTo>
                    <a:pt x="1633" y="96"/>
                    <a:pt x="1633" y="96"/>
                    <a:pt x="1633" y="96"/>
                  </a:cubicBezTo>
                  <a:cubicBezTo>
                    <a:pt x="1666" y="29"/>
                    <a:pt x="1748" y="-4"/>
                    <a:pt x="1831" y="29"/>
                  </a:cubicBezTo>
                  <a:lnTo>
                    <a:pt x="1831" y="29"/>
                  </a:lnTo>
                  <a:cubicBezTo>
                    <a:pt x="1913" y="62"/>
                    <a:pt x="1947" y="145"/>
                    <a:pt x="1913" y="227"/>
                  </a:cubicBezTo>
                  <a:cubicBezTo>
                    <a:pt x="1385" y="1351"/>
                    <a:pt x="1385" y="1351"/>
                    <a:pt x="1385" y="1351"/>
                  </a:cubicBezTo>
                  <a:cubicBezTo>
                    <a:pt x="1368" y="1383"/>
                    <a:pt x="1385" y="1416"/>
                    <a:pt x="1417" y="1416"/>
                  </a:cubicBezTo>
                  <a:cubicBezTo>
                    <a:pt x="1434" y="1433"/>
                    <a:pt x="1468" y="1433"/>
                    <a:pt x="1483" y="1400"/>
                  </a:cubicBezTo>
                  <a:cubicBezTo>
                    <a:pt x="2012" y="276"/>
                    <a:pt x="2012" y="276"/>
                    <a:pt x="2012" y="276"/>
                  </a:cubicBezTo>
                  <a:cubicBezTo>
                    <a:pt x="2045" y="194"/>
                    <a:pt x="2128" y="162"/>
                    <a:pt x="2194" y="194"/>
                  </a:cubicBezTo>
                  <a:cubicBezTo>
                    <a:pt x="2210" y="211"/>
                    <a:pt x="2210" y="211"/>
                    <a:pt x="2210" y="211"/>
                  </a:cubicBezTo>
                  <a:cubicBezTo>
                    <a:pt x="2277" y="245"/>
                    <a:pt x="2310" y="327"/>
                    <a:pt x="2277" y="392"/>
                  </a:cubicBezTo>
                  <a:cubicBezTo>
                    <a:pt x="1748" y="1532"/>
                    <a:pt x="1748" y="1532"/>
                    <a:pt x="1748" y="1532"/>
                  </a:cubicBezTo>
                  <a:cubicBezTo>
                    <a:pt x="1748" y="1549"/>
                    <a:pt x="1748" y="1581"/>
                    <a:pt x="1782" y="1598"/>
                  </a:cubicBezTo>
                  <a:cubicBezTo>
                    <a:pt x="1813" y="1614"/>
                    <a:pt x="1847" y="1598"/>
                    <a:pt x="1847" y="1565"/>
                  </a:cubicBezTo>
                  <a:cubicBezTo>
                    <a:pt x="2310" y="575"/>
                    <a:pt x="2310" y="575"/>
                    <a:pt x="2310" y="575"/>
                  </a:cubicBezTo>
                  <a:cubicBezTo>
                    <a:pt x="2343" y="508"/>
                    <a:pt x="2442" y="475"/>
                    <a:pt x="2508" y="508"/>
                  </a:cubicBezTo>
                  <a:cubicBezTo>
                    <a:pt x="2524" y="508"/>
                    <a:pt x="2524" y="508"/>
                    <a:pt x="2524" y="508"/>
                  </a:cubicBezTo>
                  <a:cubicBezTo>
                    <a:pt x="2591" y="541"/>
                    <a:pt x="2624" y="624"/>
                    <a:pt x="2591" y="706"/>
                  </a:cubicBezTo>
                  <a:cubicBezTo>
                    <a:pt x="1929" y="2111"/>
                    <a:pt x="1929" y="2111"/>
                    <a:pt x="1929" y="2111"/>
                  </a:cubicBezTo>
                  <a:cubicBezTo>
                    <a:pt x="2063" y="1995"/>
                    <a:pt x="2063" y="1995"/>
                    <a:pt x="2063" y="1995"/>
                  </a:cubicBezTo>
                  <a:cubicBezTo>
                    <a:pt x="2078" y="1995"/>
                    <a:pt x="2078" y="1978"/>
                    <a:pt x="2096" y="1978"/>
                  </a:cubicBezTo>
                  <a:cubicBezTo>
                    <a:pt x="2261" y="1632"/>
                    <a:pt x="2261" y="1632"/>
                    <a:pt x="2261" y="1632"/>
                  </a:cubicBezTo>
                  <a:cubicBezTo>
                    <a:pt x="2294" y="1549"/>
                    <a:pt x="2393" y="1516"/>
                    <a:pt x="2475" y="1549"/>
                  </a:cubicBezTo>
                  <a:cubicBezTo>
                    <a:pt x="2542" y="1581"/>
                    <a:pt x="2575" y="1681"/>
                    <a:pt x="2542" y="1763"/>
                  </a:cubicBezTo>
                  <a:cubicBezTo>
                    <a:pt x="2359" y="2160"/>
                    <a:pt x="2359" y="2160"/>
                    <a:pt x="2359" y="2160"/>
                  </a:cubicBezTo>
                  <a:cubicBezTo>
                    <a:pt x="2359" y="2160"/>
                    <a:pt x="2359" y="2176"/>
                    <a:pt x="2343" y="2176"/>
                  </a:cubicBezTo>
                  <a:cubicBezTo>
                    <a:pt x="2343" y="2209"/>
                    <a:pt x="2326" y="2242"/>
                    <a:pt x="2294" y="2258"/>
                  </a:cubicBezTo>
                  <a:cubicBezTo>
                    <a:pt x="2294" y="2258"/>
                    <a:pt x="1417" y="3020"/>
                    <a:pt x="1401" y="3036"/>
                  </a:cubicBezTo>
                  <a:lnTo>
                    <a:pt x="1401" y="3036"/>
                  </a:lnTo>
                  <a:cubicBezTo>
                    <a:pt x="1236" y="3399"/>
                    <a:pt x="1236" y="3399"/>
                    <a:pt x="1236" y="3399"/>
                  </a:cubicBezTo>
                  <a:cubicBezTo>
                    <a:pt x="1203" y="3481"/>
                    <a:pt x="1104" y="3515"/>
                    <a:pt x="1038" y="3481"/>
                  </a:cubicBezTo>
                  <a:cubicBezTo>
                    <a:pt x="79" y="3036"/>
                    <a:pt x="79" y="3036"/>
                    <a:pt x="79" y="3036"/>
                  </a:cubicBezTo>
                  <a:cubicBezTo>
                    <a:pt x="13" y="3002"/>
                    <a:pt x="-21" y="2904"/>
                    <a:pt x="13" y="2837"/>
                  </a:cubicBezTo>
                  <a:cubicBezTo>
                    <a:pt x="195" y="2441"/>
                    <a:pt x="195" y="2441"/>
                    <a:pt x="195" y="2441"/>
                  </a:cubicBezTo>
                  <a:cubicBezTo>
                    <a:pt x="178" y="2342"/>
                    <a:pt x="227" y="2160"/>
                    <a:pt x="244" y="2093"/>
                  </a:cubicBezTo>
                  <a:cubicBezTo>
                    <a:pt x="1187" y="78"/>
                    <a:pt x="1187" y="78"/>
                    <a:pt x="1187" y="78"/>
                  </a:cubicBezTo>
                  <a:cubicBezTo>
                    <a:pt x="1218" y="13"/>
                    <a:pt x="1303" y="-20"/>
                    <a:pt x="1385" y="13"/>
                  </a:cubicBezTo>
                  <a:close/>
                </a:path>
              </a:pathLst>
            </a:custGeom>
            <a:solidFill>
              <a:schemeClr val="accent3"/>
            </a:solidFill>
            <a:ln>
              <a:noFill/>
            </a:ln>
          </p:spPr>
          <p:txBody>
            <a:bodyPr anchorCtr="1" anchor="ctr" bIns="45000" lIns="90000" spcFirstLastPara="1" rIns="90000" wrap="square" tIns="450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344" name="Google Shape;344;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45" name="Shape 345"/>
        <p:cNvGrpSpPr/>
        <p:nvPr/>
      </p:nvGrpSpPr>
      <p:grpSpPr>
        <a:xfrm>
          <a:off x="0" y="0"/>
          <a:ext cx="0" cy="0"/>
          <a:chOff x="0" y="0"/>
          <a:chExt cx="0" cy="0"/>
        </a:xfrm>
      </p:grpSpPr>
      <p:grpSp>
        <p:nvGrpSpPr>
          <p:cNvPr id="346" name="Google Shape;346;p32"/>
          <p:cNvGrpSpPr/>
          <p:nvPr/>
        </p:nvGrpSpPr>
        <p:grpSpPr>
          <a:xfrm>
            <a:off x="3868375" y="-1683500"/>
            <a:ext cx="6202125" cy="8697350"/>
            <a:chOff x="3868375" y="-1683500"/>
            <a:chExt cx="6202125" cy="8697350"/>
          </a:xfrm>
        </p:grpSpPr>
        <p:sp>
          <p:nvSpPr>
            <p:cNvPr id="347" name="Google Shape;347;p32"/>
            <p:cNvSpPr/>
            <p:nvPr/>
          </p:nvSpPr>
          <p:spPr>
            <a:xfrm>
              <a:off x="7847500" y="-1683500"/>
              <a:ext cx="2223000" cy="2223000"/>
            </a:xfrm>
            <a:prstGeom prst="ellipse">
              <a:avLst/>
            </a:prstGeom>
            <a:solidFill>
              <a:srgbClr val="B9611A">
                <a:alpha val="18823"/>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348" name="Google Shape;348;p32"/>
            <p:cNvSpPr/>
            <p:nvPr/>
          </p:nvSpPr>
          <p:spPr>
            <a:xfrm>
              <a:off x="3868375" y="4790850"/>
              <a:ext cx="2223000" cy="2223000"/>
            </a:xfrm>
            <a:prstGeom prst="ellipse">
              <a:avLst/>
            </a:prstGeom>
            <a:solidFill>
              <a:srgbClr val="B9611A">
                <a:alpha val="18823"/>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grpSp>
      <p:grpSp>
        <p:nvGrpSpPr>
          <p:cNvPr id="349" name="Google Shape;349;p32"/>
          <p:cNvGrpSpPr/>
          <p:nvPr/>
        </p:nvGrpSpPr>
        <p:grpSpPr>
          <a:xfrm flipH="1">
            <a:off x="-304788" y="-152"/>
            <a:ext cx="3349223" cy="4974600"/>
            <a:chOff x="6046787" y="-152"/>
            <a:chExt cx="3349223" cy="4974600"/>
          </a:xfrm>
        </p:grpSpPr>
        <p:sp>
          <p:nvSpPr>
            <p:cNvPr id="350" name="Google Shape;350;p32"/>
            <p:cNvSpPr/>
            <p:nvPr/>
          </p:nvSpPr>
          <p:spPr>
            <a:xfrm flipH="1">
              <a:off x="8219410" y="4690048"/>
              <a:ext cx="1176600" cy="284400"/>
            </a:xfrm>
            <a:prstGeom prst="roundRect">
              <a:avLst>
                <a:gd fmla="val 50000" name="adj"/>
              </a:avLst>
            </a:prstGeom>
            <a:noFill/>
            <a:ln cap="flat" cmpd="sng" w="9525">
              <a:solidFill>
                <a:schemeClr val="dk1"/>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fia Sans"/>
                <a:ea typeface="Sofia Sans"/>
                <a:cs typeface="Sofia Sans"/>
                <a:sym typeface="Sofia Sans"/>
              </a:endParaRPr>
            </a:p>
          </p:txBody>
        </p:sp>
        <p:sp>
          <p:nvSpPr>
            <p:cNvPr id="351" name="Google Shape;351;p32"/>
            <p:cNvSpPr/>
            <p:nvPr/>
          </p:nvSpPr>
          <p:spPr>
            <a:xfrm rot="10800000">
              <a:off x="6159494" y="4752183"/>
              <a:ext cx="190411" cy="157159"/>
            </a:xfrm>
            <a:custGeom>
              <a:rect b="b" l="l" r="r" t="t"/>
              <a:pathLst>
                <a:path extrusionOk="0" h="898" w="1088">
                  <a:moveTo>
                    <a:pt x="325" y="898"/>
                  </a:moveTo>
                  <a:lnTo>
                    <a:pt x="325" y="898"/>
                  </a:lnTo>
                  <a:cubicBezTo>
                    <a:pt x="1088" y="898"/>
                    <a:pt x="1088" y="898"/>
                    <a:pt x="1088" y="898"/>
                  </a:cubicBezTo>
                  <a:cubicBezTo>
                    <a:pt x="1088" y="0"/>
                    <a:pt x="1088" y="0"/>
                    <a:pt x="1088" y="0"/>
                  </a:cubicBezTo>
                  <a:cubicBezTo>
                    <a:pt x="325" y="0"/>
                    <a:pt x="325" y="0"/>
                    <a:pt x="325" y="0"/>
                  </a:cubicBezTo>
                  <a:cubicBezTo>
                    <a:pt x="143" y="0"/>
                    <a:pt x="0" y="143"/>
                    <a:pt x="0" y="325"/>
                  </a:cubicBezTo>
                  <a:cubicBezTo>
                    <a:pt x="0" y="572"/>
                    <a:pt x="0" y="572"/>
                    <a:pt x="0" y="572"/>
                  </a:cubicBezTo>
                  <a:cubicBezTo>
                    <a:pt x="0" y="755"/>
                    <a:pt x="143" y="898"/>
                    <a:pt x="325" y="898"/>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2" name="Google Shape;352;p32"/>
            <p:cNvSpPr/>
            <p:nvPr/>
          </p:nvSpPr>
          <p:spPr>
            <a:xfrm rot="10800000">
              <a:off x="6130267" y="4741158"/>
              <a:ext cx="29227" cy="182185"/>
            </a:xfrm>
            <a:custGeom>
              <a:rect b="b" l="l" r="r" t="t"/>
              <a:pathLst>
                <a:path extrusionOk="0" h="1041" w="167">
                  <a:moveTo>
                    <a:pt x="80" y="1041"/>
                  </a:moveTo>
                  <a:lnTo>
                    <a:pt x="80" y="1041"/>
                  </a:lnTo>
                  <a:lnTo>
                    <a:pt x="80" y="1041"/>
                  </a:lnTo>
                  <a:cubicBezTo>
                    <a:pt x="40" y="1041"/>
                    <a:pt x="0" y="1001"/>
                    <a:pt x="0" y="954"/>
                  </a:cubicBezTo>
                  <a:cubicBezTo>
                    <a:pt x="0" y="87"/>
                    <a:pt x="0" y="87"/>
                    <a:pt x="0" y="87"/>
                  </a:cubicBezTo>
                  <a:cubicBezTo>
                    <a:pt x="0" y="40"/>
                    <a:pt x="40" y="0"/>
                    <a:pt x="80" y="0"/>
                  </a:cubicBezTo>
                  <a:lnTo>
                    <a:pt x="80" y="0"/>
                  </a:lnTo>
                  <a:cubicBezTo>
                    <a:pt x="127" y="0"/>
                    <a:pt x="167" y="40"/>
                    <a:pt x="167" y="87"/>
                  </a:cubicBezTo>
                  <a:cubicBezTo>
                    <a:pt x="167" y="954"/>
                    <a:pt x="167" y="954"/>
                    <a:pt x="167" y="954"/>
                  </a:cubicBezTo>
                  <a:cubicBezTo>
                    <a:pt x="167" y="1001"/>
                    <a:pt x="127" y="1041"/>
                    <a:pt x="80" y="1041"/>
                  </a:cubicBezTo>
                  <a:close/>
                </a:path>
              </a:pathLst>
            </a:custGeom>
            <a:noFill/>
            <a:ln cap="rnd" cmpd="sng" w="9525">
              <a:solidFill>
                <a:schemeClr val="dk1"/>
              </a:solidFill>
              <a:prstDash val="solid"/>
              <a:round/>
              <a:headEnd len="sm" w="sm" type="none"/>
              <a:tailEnd len="sm" w="sm" type="none"/>
            </a:ln>
          </p:spPr>
          <p:txBody>
            <a:bodyPr anchorCtr="1" anchor="ctr" bIns="50750" lIns="95750" spcFirstLastPara="1" rIns="95750" wrap="square" tIns="507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3" name="Google Shape;353;p32"/>
            <p:cNvSpPr/>
            <p:nvPr/>
          </p:nvSpPr>
          <p:spPr>
            <a:xfrm rot="10800000">
              <a:off x="6046787" y="4782810"/>
              <a:ext cx="83480" cy="25026"/>
            </a:xfrm>
            <a:custGeom>
              <a:rect b="b" l="l" r="r" t="t"/>
              <a:pathLst>
                <a:path extrusionOk="0" h="143" w="477">
                  <a:moveTo>
                    <a:pt x="0" y="0"/>
                  </a:moveTo>
                  <a:lnTo>
                    <a:pt x="0" y="0"/>
                  </a:lnTo>
                  <a:cubicBezTo>
                    <a:pt x="414" y="0"/>
                    <a:pt x="414" y="0"/>
                    <a:pt x="414" y="0"/>
                  </a:cubicBezTo>
                  <a:cubicBezTo>
                    <a:pt x="453" y="0"/>
                    <a:pt x="477" y="31"/>
                    <a:pt x="477" y="71"/>
                  </a:cubicBezTo>
                  <a:lnTo>
                    <a:pt x="477" y="71"/>
                  </a:lnTo>
                  <a:cubicBezTo>
                    <a:pt x="477" y="111"/>
                    <a:pt x="453" y="143"/>
                    <a:pt x="414" y="143"/>
                  </a:cubicBezTo>
                  <a:cubicBezTo>
                    <a:pt x="0" y="143"/>
                    <a:pt x="0" y="143"/>
                    <a:pt x="0" y="143"/>
                  </a:cubicBezTo>
                  <a:lnTo>
                    <a:pt x="0" y="0"/>
                  </a:lnTo>
                  <a:close/>
                </a:path>
              </a:pathLst>
            </a:custGeom>
            <a:noFill/>
            <a:ln cap="rnd" cmpd="sng" w="9525">
              <a:solidFill>
                <a:schemeClr val="dk1"/>
              </a:solidFill>
              <a:prstDash val="solid"/>
              <a:round/>
              <a:headEnd len="sm" w="sm" type="none"/>
              <a:tailEnd len="sm" w="sm" type="none"/>
            </a:ln>
          </p:spPr>
          <p:txBody>
            <a:bodyPr anchorCtr="1" anchor="ctr" bIns="700" lIns="95750" spcFirstLastPara="1" rIns="95750" wrap="square" tIns="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4" name="Google Shape;354;p32"/>
            <p:cNvSpPr/>
            <p:nvPr/>
          </p:nvSpPr>
          <p:spPr>
            <a:xfrm rot="10800000">
              <a:off x="6046787" y="4856489"/>
              <a:ext cx="83480" cy="25201"/>
            </a:xfrm>
            <a:custGeom>
              <a:rect b="b" l="l" r="r" t="t"/>
              <a:pathLst>
                <a:path extrusionOk="0" h="144" w="477">
                  <a:moveTo>
                    <a:pt x="0" y="0"/>
                  </a:moveTo>
                  <a:lnTo>
                    <a:pt x="0" y="0"/>
                  </a:lnTo>
                  <a:cubicBezTo>
                    <a:pt x="414" y="0"/>
                    <a:pt x="414" y="0"/>
                    <a:pt x="414" y="0"/>
                  </a:cubicBezTo>
                  <a:cubicBezTo>
                    <a:pt x="453" y="0"/>
                    <a:pt x="477" y="32"/>
                    <a:pt x="477" y="72"/>
                  </a:cubicBezTo>
                  <a:lnTo>
                    <a:pt x="477" y="72"/>
                  </a:lnTo>
                  <a:cubicBezTo>
                    <a:pt x="477" y="112"/>
                    <a:pt x="453" y="144"/>
                    <a:pt x="414" y="144"/>
                  </a:cubicBezTo>
                  <a:cubicBezTo>
                    <a:pt x="0" y="144"/>
                    <a:pt x="0" y="144"/>
                    <a:pt x="0" y="144"/>
                  </a:cubicBezTo>
                  <a:lnTo>
                    <a:pt x="0" y="0"/>
                  </a:lnTo>
                  <a:close/>
                </a:path>
              </a:pathLst>
            </a:custGeom>
            <a:noFill/>
            <a:ln cap="rnd" cmpd="sng" w="9525">
              <a:solidFill>
                <a:schemeClr val="dk1"/>
              </a:solidFill>
              <a:prstDash val="solid"/>
              <a:round/>
              <a:headEnd len="sm" w="sm" type="none"/>
              <a:tailEnd len="sm" w="sm" type="none"/>
            </a:ln>
          </p:spPr>
          <p:txBody>
            <a:bodyPr anchorCtr="1" anchor="ctr" bIns="1075" lIns="95750" spcFirstLastPara="1" rIns="95750" wrap="square" tIns="10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355" name="Google Shape;355;p32"/>
            <p:cNvCxnSpPr>
              <a:endCxn id="350" idx="3"/>
            </p:cNvCxnSpPr>
            <p:nvPr/>
          </p:nvCxnSpPr>
          <p:spPr>
            <a:xfrm>
              <a:off x="6350110" y="4832248"/>
              <a:ext cx="1869300" cy="0"/>
            </a:xfrm>
            <a:prstGeom prst="straightConnector1">
              <a:avLst/>
            </a:prstGeom>
            <a:noFill/>
            <a:ln cap="flat" cmpd="sng" w="9525">
              <a:solidFill>
                <a:schemeClr val="dk1"/>
              </a:solidFill>
              <a:prstDash val="solid"/>
              <a:round/>
              <a:headEnd len="sm" w="sm" type="none"/>
              <a:tailEnd len="sm" w="sm" type="none"/>
            </a:ln>
          </p:spPr>
        </p:cxnSp>
        <p:cxnSp>
          <p:nvCxnSpPr>
            <p:cNvPr id="356" name="Google Shape;356;p32"/>
            <p:cNvCxnSpPr>
              <a:endCxn id="350" idx="0"/>
            </p:cNvCxnSpPr>
            <p:nvPr/>
          </p:nvCxnSpPr>
          <p:spPr>
            <a:xfrm>
              <a:off x="8807710" y="-152"/>
              <a:ext cx="0" cy="4690200"/>
            </a:xfrm>
            <a:prstGeom prst="straightConnector1">
              <a:avLst/>
            </a:prstGeom>
            <a:noFill/>
            <a:ln cap="flat" cmpd="sng" w="9525">
              <a:solidFill>
                <a:schemeClr val="dk1"/>
              </a:solidFill>
              <a:prstDash val="solid"/>
              <a:round/>
              <a:headEnd len="sm" w="sm" type="none"/>
              <a:tailEnd len="sm" w="sm" type="none"/>
            </a:ln>
          </p:spPr>
        </p:cxnSp>
      </p:grpSp>
      <p:sp>
        <p:nvSpPr>
          <p:cNvPr id="357" name="Google Shape;357;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Epilogue"/>
              <a:buNone/>
              <a:defRPr b="1" i="0" sz="2800" u="none" cap="none" strike="noStrike">
                <a:solidFill>
                  <a:schemeClr val="dk1"/>
                </a:solidFill>
                <a:latin typeface="Epilogue"/>
                <a:ea typeface="Epilogue"/>
                <a:cs typeface="Epilogue"/>
                <a:sym typeface="Epilogue"/>
              </a:defRPr>
            </a:lvl1pPr>
            <a:lvl2pPr lvl="1" marR="0" rtl="0" algn="l">
              <a:lnSpc>
                <a:spcPct val="100000"/>
              </a:lnSpc>
              <a:spcBef>
                <a:spcPts val="0"/>
              </a:spcBef>
              <a:spcAft>
                <a:spcPts val="0"/>
              </a:spcAft>
              <a:buClr>
                <a:schemeClr val="dk1"/>
              </a:buClr>
              <a:buSzPts val="2800"/>
              <a:buFont typeface="Epilogue"/>
              <a:buNone/>
              <a:defRPr b="1" i="0" sz="2800" u="none" cap="none" strike="noStrike">
                <a:solidFill>
                  <a:schemeClr val="dk1"/>
                </a:solidFill>
                <a:latin typeface="Epilogue"/>
                <a:ea typeface="Epilogue"/>
                <a:cs typeface="Epilogue"/>
                <a:sym typeface="Epilogue"/>
              </a:defRPr>
            </a:lvl2pPr>
            <a:lvl3pPr lvl="2" marR="0" rtl="0" algn="l">
              <a:lnSpc>
                <a:spcPct val="100000"/>
              </a:lnSpc>
              <a:spcBef>
                <a:spcPts val="0"/>
              </a:spcBef>
              <a:spcAft>
                <a:spcPts val="0"/>
              </a:spcAft>
              <a:buClr>
                <a:schemeClr val="dk1"/>
              </a:buClr>
              <a:buSzPts val="2800"/>
              <a:buFont typeface="Epilogue"/>
              <a:buNone/>
              <a:defRPr b="1" i="0" sz="2800" u="none" cap="none" strike="noStrike">
                <a:solidFill>
                  <a:schemeClr val="dk1"/>
                </a:solidFill>
                <a:latin typeface="Epilogue"/>
                <a:ea typeface="Epilogue"/>
                <a:cs typeface="Epilogue"/>
                <a:sym typeface="Epilogue"/>
              </a:defRPr>
            </a:lvl3pPr>
            <a:lvl4pPr lvl="3" marR="0" rtl="0" algn="l">
              <a:lnSpc>
                <a:spcPct val="100000"/>
              </a:lnSpc>
              <a:spcBef>
                <a:spcPts val="0"/>
              </a:spcBef>
              <a:spcAft>
                <a:spcPts val="0"/>
              </a:spcAft>
              <a:buClr>
                <a:schemeClr val="dk1"/>
              </a:buClr>
              <a:buSzPts val="2800"/>
              <a:buFont typeface="Epilogue"/>
              <a:buNone/>
              <a:defRPr b="1" i="0" sz="2800" u="none" cap="none" strike="noStrike">
                <a:solidFill>
                  <a:schemeClr val="dk1"/>
                </a:solidFill>
                <a:latin typeface="Epilogue"/>
                <a:ea typeface="Epilogue"/>
                <a:cs typeface="Epilogue"/>
                <a:sym typeface="Epilogue"/>
              </a:defRPr>
            </a:lvl4pPr>
            <a:lvl5pPr lvl="4" marR="0" rtl="0" algn="l">
              <a:lnSpc>
                <a:spcPct val="100000"/>
              </a:lnSpc>
              <a:spcBef>
                <a:spcPts val="0"/>
              </a:spcBef>
              <a:spcAft>
                <a:spcPts val="0"/>
              </a:spcAft>
              <a:buClr>
                <a:schemeClr val="dk1"/>
              </a:buClr>
              <a:buSzPts val="2800"/>
              <a:buFont typeface="Epilogue"/>
              <a:buNone/>
              <a:defRPr b="1" i="0" sz="2800" u="none" cap="none" strike="noStrike">
                <a:solidFill>
                  <a:schemeClr val="dk1"/>
                </a:solidFill>
                <a:latin typeface="Epilogue"/>
                <a:ea typeface="Epilogue"/>
                <a:cs typeface="Epilogue"/>
                <a:sym typeface="Epilogue"/>
              </a:defRPr>
            </a:lvl5pPr>
            <a:lvl6pPr lvl="5" marR="0" rtl="0" algn="l">
              <a:lnSpc>
                <a:spcPct val="100000"/>
              </a:lnSpc>
              <a:spcBef>
                <a:spcPts val="0"/>
              </a:spcBef>
              <a:spcAft>
                <a:spcPts val="0"/>
              </a:spcAft>
              <a:buClr>
                <a:schemeClr val="dk1"/>
              </a:buClr>
              <a:buSzPts val="2800"/>
              <a:buFont typeface="Epilogue"/>
              <a:buNone/>
              <a:defRPr b="1" i="0" sz="2800" u="none" cap="none" strike="noStrike">
                <a:solidFill>
                  <a:schemeClr val="dk1"/>
                </a:solidFill>
                <a:latin typeface="Epilogue"/>
                <a:ea typeface="Epilogue"/>
                <a:cs typeface="Epilogue"/>
                <a:sym typeface="Epilogue"/>
              </a:defRPr>
            </a:lvl6pPr>
            <a:lvl7pPr lvl="6" marR="0" rtl="0" algn="l">
              <a:lnSpc>
                <a:spcPct val="100000"/>
              </a:lnSpc>
              <a:spcBef>
                <a:spcPts val="0"/>
              </a:spcBef>
              <a:spcAft>
                <a:spcPts val="0"/>
              </a:spcAft>
              <a:buClr>
                <a:schemeClr val="dk1"/>
              </a:buClr>
              <a:buSzPts val="2800"/>
              <a:buFont typeface="Epilogue"/>
              <a:buNone/>
              <a:defRPr b="1" i="0" sz="2800" u="none" cap="none" strike="noStrike">
                <a:solidFill>
                  <a:schemeClr val="dk1"/>
                </a:solidFill>
                <a:latin typeface="Epilogue"/>
                <a:ea typeface="Epilogue"/>
                <a:cs typeface="Epilogue"/>
                <a:sym typeface="Epilogue"/>
              </a:defRPr>
            </a:lvl7pPr>
            <a:lvl8pPr lvl="7" marR="0" rtl="0" algn="l">
              <a:lnSpc>
                <a:spcPct val="100000"/>
              </a:lnSpc>
              <a:spcBef>
                <a:spcPts val="0"/>
              </a:spcBef>
              <a:spcAft>
                <a:spcPts val="0"/>
              </a:spcAft>
              <a:buClr>
                <a:schemeClr val="dk1"/>
              </a:buClr>
              <a:buSzPts val="2800"/>
              <a:buFont typeface="Epilogue"/>
              <a:buNone/>
              <a:defRPr b="1" i="0" sz="2800" u="none" cap="none" strike="noStrike">
                <a:solidFill>
                  <a:schemeClr val="dk1"/>
                </a:solidFill>
                <a:latin typeface="Epilogue"/>
                <a:ea typeface="Epilogue"/>
                <a:cs typeface="Epilogue"/>
                <a:sym typeface="Epilogue"/>
              </a:defRPr>
            </a:lvl8pPr>
            <a:lvl9pPr lvl="8" marR="0" rtl="0" algn="l">
              <a:lnSpc>
                <a:spcPct val="100000"/>
              </a:lnSpc>
              <a:spcBef>
                <a:spcPts val="0"/>
              </a:spcBef>
              <a:spcAft>
                <a:spcPts val="0"/>
              </a:spcAft>
              <a:buClr>
                <a:schemeClr val="dk1"/>
              </a:buClr>
              <a:buSzPts val="2800"/>
              <a:buFont typeface="Epilogue"/>
              <a:buNone/>
              <a:defRPr b="1" i="0" sz="2800" u="none" cap="none" strike="noStrike">
                <a:solidFill>
                  <a:schemeClr val="dk1"/>
                </a:solidFill>
                <a:latin typeface="Epilogue"/>
                <a:ea typeface="Epilogue"/>
                <a:cs typeface="Epilogue"/>
                <a:sym typeface="Epilogue"/>
              </a:defRPr>
            </a:lvl9pPr>
          </a:lstStyle>
          <a:p/>
        </p:txBody>
      </p:sp>
      <p:sp>
        <p:nvSpPr>
          <p:cNvPr id="52" name="Google Shape;52;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lt1"/>
              </a:buClr>
              <a:buSzPts val="1400"/>
              <a:buFont typeface="Sofia Sans"/>
              <a:buChar char="☐"/>
              <a:defRPr b="0" i="0" sz="1400" u="none" cap="none" strike="noStrike">
                <a:solidFill>
                  <a:schemeClr val="dk1"/>
                </a:solidFill>
                <a:latin typeface="Sofia Sans"/>
                <a:ea typeface="Sofia Sans"/>
                <a:cs typeface="Sofia Sans"/>
                <a:sym typeface="Sofia Sans"/>
              </a:defRPr>
            </a:lvl1pPr>
            <a:lvl2pPr indent="-317500" lvl="1" marL="914400" marR="0" rtl="0" algn="l">
              <a:lnSpc>
                <a:spcPct val="115000"/>
              </a:lnSpc>
              <a:spcBef>
                <a:spcPts val="0"/>
              </a:spcBef>
              <a:spcAft>
                <a:spcPts val="0"/>
              </a:spcAft>
              <a:buClr>
                <a:schemeClr val="dk1"/>
              </a:buClr>
              <a:buSzPts val="1400"/>
              <a:buFont typeface="Sofia Sans"/>
              <a:buChar char="○"/>
              <a:defRPr b="0" i="0" sz="1400" u="none" cap="none" strike="noStrike">
                <a:solidFill>
                  <a:schemeClr val="dk1"/>
                </a:solidFill>
                <a:latin typeface="Sofia Sans"/>
                <a:ea typeface="Sofia Sans"/>
                <a:cs typeface="Sofia Sans"/>
                <a:sym typeface="Sofia Sans"/>
              </a:defRPr>
            </a:lvl2pPr>
            <a:lvl3pPr indent="-317500" lvl="2" marL="1371600" marR="0" rtl="0" algn="l">
              <a:lnSpc>
                <a:spcPct val="115000"/>
              </a:lnSpc>
              <a:spcBef>
                <a:spcPts val="0"/>
              </a:spcBef>
              <a:spcAft>
                <a:spcPts val="0"/>
              </a:spcAft>
              <a:buClr>
                <a:schemeClr val="dk1"/>
              </a:buClr>
              <a:buSzPts val="1400"/>
              <a:buFont typeface="Sofia Sans"/>
              <a:buChar char="■"/>
              <a:defRPr b="0" i="0" sz="1400" u="none" cap="none" strike="noStrike">
                <a:solidFill>
                  <a:schemeClr val="dk1"/>
                </a:solidFill>
                <a:latin typeface="Sofia Sans"/>
                <a:ea typeface="Sofia Sans"/>
                <a:cs typeface="Sofia Sans"/>
                <a:sym typeface="Sofia Sans"/>
              </a:defRPr>
            </a:lvl3pPr>
            <a:lvl4pPr indent="-317500" lvl="3" marL="1828800" marR="0" rtl="0" algn="l">
              <a:lnSpc>
                <a:spcPct val="115000"/>
              </a:lnSpc>
              <a:spcBef>
                <a:spcPts val="0"/>
              </a:spcBef>
              <a:spcAft>
                <a:spcPts val="0"/>
              </a:spcAft>
              <a:buClr>
                <a:schemeClr val="dk1"/>
              </a:buClr>
              <a:buSzPts val="1400"/>
              <a:buFont typeface="Sofia Sans"/>
              <a:buChar char="●"/>
              <a:defRPr b="0" i="0" sz="1400" u="none" cap="none" strike="noStrike">
                <a:solidFill>
                  <a:schemeClr val="dk1"/>
                </a:solidFill>
                <a:latin typeface="Sofia Sans"/>
                <a:ea typeface="Sofia Sans"/>
                <a:cs typeface="Sofia Sans"/>
                <a:sym typeface="Sofia Sans"/>
              </a:defRPr>
            </a:lvl4pPr>
            <a:lvl5pPr indent="-317500" lvl="4" marL="2286000" marR="0" rtl="0" algn="l">
              <a:lnSpc>
                <a:spcPct val="115000"/>
              </a:lnSpc>
              <a:spcBef>
                <a:spcPts val="0"/>
              </a:spcBef>
              <a:spcAft>
                <a:spcPts val="0"/>
              </a:spcAft>
              <a:buClr>
                <a:schemeClr val="dk1"/>
              </a:buClr>
              <a:buSzPts val="1400"/>
              <a:buFont typeface="Sofia Sans"/>
              <a:buChar char="○"/>
              <a:defRPr b="0" i="0" sz="1400" u="none" cap="none" strike="noStrike">
                <a:solidFill>
                  <a:schemeClr val="dk1"/>
                </a:solidFill>
                <a:latin typeface="Sofia Sans"/>
                <a:ea typeface="Sofia Sans"/>
                <a:cs typeface="Sofia Sans"/>
                <a:sym typeface="Sofia Sans"/>
              </a:defRPr>
            </a:lvl5pPr>
            <a:lvl6pPr indent="-317500" lvl="5" marL="2743200" marR="0" rtl="0" algn="l">
              <a:lnSpc>
                <a:spcPct val="115000"/>
              </a:lnSpc>
              <a:spcBef>
                <a:spcPts val="0"/>
              </a:spcBef>
              <a:spcAft>
                <a:spcPts val="0"/>
              </a:spcAft>
              <a:buClr>
                <a:schemeClr val="dk1"/>
              </a:buClr>
              <a:buSzPts val="1400"/>
              <a:buFont typeface="Sofia Sans"/>
              <a:buChar char="■"/>
              <a:defRPr b="0" i="0" sz="1400" u="none" cap="none" strike="noStrike">
                <a:solidFill>
                  <a:schemeClr val="dk1"/>
                </a:solidFill>
                <a:latin typeface="Sofia Sans"/>
                <a:ea typeface="Sofia Sans"/>
                <a:cs typeface="Sofia Sans"/>
                <a:sym typeface="Sofia Sans"/>
              </a:defRPr>
            </a:lvl6pPr>
            <a:lvl7pPr indent="-317500" lvl="6" marL="3200400" marR="0" rtl="0" algn="l">
              <a:lnSpc>
                <a:spcPct val="115000"/>
              </a:lnSpc>
              <a:spcBef>
                <a:spcPts val="0"/>
              </a:spcBef>
              <a:spcAft>
                <a:spcPts val="0"/>
              </a:spcAft>
              <a:buClr>
                <a:schemeClr val="dk1"/>
              </a:buClr>
              <a:buSzPts val="1400"/>
              <a:buFont typeface="Sofia Sans"/>
              <a:buChar char="●"/>
              <a:defRPr b="0" i="0" sz="1400" u="none" cap="none" strike="noStrike">
                <a:solidFill>
                  <a:schemeClr val="dk1"/>
                </a:solidFill>
                <a:latin typeface="Sofia Sans"/>
                <a:ea typeface="Sofia Sans"/>
                <a:cs typeface="Sofia Sans"/>
                <a:sym typeface="Sofia Sans"/>
              </a:defRPr>
            </a:lvl7pPr>
            <a:lvl8pPr indent="-317500" lvl="7" marL="3657600" marR="0" rtl="0" algn="l">
              <a:lnSpc>
                <a:spcPct val="115000"/>
              </a:lnSpc>
              <a:spcBef>
                <a:spcPts val="0"/>
              </a:spcBef>
              <a:spcAft>
                <a:spcPts val="0"/>
              </a:spcAft>
              <a:buClr>
                <a:schemeClr val="dk1"/>
              </a:buClr>
              <a:buSzPts val="1400"/>
              <a:buFont typeface="Sofia Sans"/>
              <a:buChar char="○"/>
              <a:defRPr b="0" i="0" sz="1400" u="none" cap="none" strike="noStrike">
                <a:solidFill>
                  <a:schemeClr val="dk1"/>
                </a:solidFill>
                <a:latin typeface="Sofia Sans"/>
                <a:ea typeface="Sofia Sans"/>
                <a:cs typeface="Sofia Sans"/>
                <a:sym typeface="Sofia Sans"/>
              </a:defRPr>
            </a:lvl8pPr>
            <a:lvl9pPr indent="-317500" lvl="8" marL="4114800" marR="0" rtl="0" algn="l">
              <a:lnSpc>
                <a:spcPct val="115000"/>
              </a:lnSpc>
              <a:spcBef>
                <a:spcPts val="0"/>
              </a:spcBef>
              <a:spcAft>
                <a:spcPts val="0"/>
              </a:spcAft>
              <a:buClr>
                <a:schemeClr val="dk1"/>
              </a:buClr>
              <a:buSzPts val="1400"/>
              <a:buFont typeface="Sofia Sans"/>
              <a:buChar char="■"/>
              <a:defRPr b="0" i="0" sz="1400" u="none" cap="none" strike="noStrike">
                <a:solidFill>
                  <a:schemeClr val="dk1"/>
                </a:solidFill>
                <a:latin typeface="Sofia Sans"/>
                <a:ea typeface="Sofia Sans"/>
                <a:cs typeface="Sofia Sans"/>
                <a:sym typeface="Sofia Sans"/>
              </a:defRPr>
            </a:lvl9pPr>
          </a:lstStyle>
          <a:p/>
        </p:txBody>
      </p:sp>
      <p:sp>
        <p:nvSpPr>
          <p:cNvPr id="53" name="Google Shape;5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Sofia Sans"/>
                <a:ea typeface="Sofia Sans"/>
                <a:cs typeface="Sofia Sans"/>
                <a:sym typeface="Sofia Sans"/>
              </a:defRPr>
            </a:lvl1pPr>
            <a:lvl2pPr lvl="1" algn="r">
              <a:buNone/>
              <a:defRPr sz="1300">
                <a:solidFill>
                  <a:schemeClr val="dk1"/>
                </a:solidFill>
                <a:latin typeface="Sofia Sans"/>
                <a:ea typeface="Sofia Sans"/>
                <a:cs typeface="Sofia Sans"/>
                <a:sym typeface="Sofia Sans"/>
              </a:defRPr>
            </a:lvl2pPr>
            <a:lvl3pPr lvl="2" algn="r">
              <a:buNone/>
              <a:defRPr sz="1300">
                <a:solidFill>
                  <a:schemeClr val="dk1"/>
                </a:solidFill>
                <a:latin typeface="Sofia Sans"/>
                <a:ea typeface="Sofia Sans"/>
                <a:cs typeface="Sofia Sans"/>
                <a:sym typeface="Sofia Sans"/>
              </a:defRPr>
            </a:lvl3pPr>
            <a:lvl4pPr lvl="3" algn="r">
              <a:buNone/>
              <a:defRPr sz="1300">
                <a:solidFill>
                  <a:schemeClr val="dk1"/>
                </a:solidFill>
                <a:latin typeface="Sofia Sans"/>
                <a:ea typeface="Sofia Sans"/>
                <a:cs typeface="Sofia Sans"/>
                <a:sym typeface="Sofia Sans"/>
              </a:defRPr>
            </a:lvl4pPr>
            <a:lvl5pPr lvl="4" algn="r">
              <a:buNone/>
              <a:defRPr sz="1300">
                <a:solidFill>
                  <a:schemeClr val="dk1"/>
                </a:solidFill>
                <a:latin typeface="Sofia Sans"/>
                <a:ea typeface="Sofia Sans"/>
                <a:cs typeface="Sofia Sans"/>
                <a:sym typeface="Sofia Sans"/>
              </a:defRPr>
            </a:lvl5pPr>
            <a:lvl6pPr lvl="5" algn="r">
              <a:buNone/>
              <a:defRPr sz="1300">
                <a:solidFill>
                  <a:schemeClr val="dk1"/>
                </a:solidFill>
                <a:latin typeface="Sofia Sans"/>
                <a:ea typeface="Sofia Sans"/>
                <a:cs typeface="Sofia Sans"/>
                <a:sym typeface="Sofia Sans"/>
              </a:defRPr>
            </a:lvl6pPr>
            <a:lvl7pPr lvl="6" algn="r">
              <a:buNone/>
              <a:defRPr sz="1300">
                <a:solidFill>
                  <a:schemeClr val="dk1"/>
                </a:solidFill>
                <a:latin typeface="Sofia Sans"/>
                <a:ea typeface="Sofia Sans"/>
                <a:cs typeface="Sofia Sans"/>
                <a:sym typeface="Sofia Sans"/>
              </a:defRPr>
            </a:lvl7pPr>
            <a:lvl8pPr lvl="7" algn="r">
              <a:buNone/>
              <a:defRPr sz="1300">
                <a:solidFill>
                  <a:schemeClr val="dk1"/>
                </a:solidFill>
                <a:latin typeface="Sofia Sans"/>
                <a:ea typeface="Sofia Sans"/>
                <a:cs typeface="Sofia Sans"/>
                <a:sym typeface="Sofia Sans"/>
              </a:defRPr>
            </a:lvl8pPr>
            <a:lvl9pPr lvl="8" algn="r">
              <a:buNone/>
              <a:defRPr sz="1300">
                <a:solidFill>
                  <a:schemeClr val="dk1"/>
                </a:solidFill>
                <a:latin typeface="Sofia Sans"/>
                <a:ea typeface="Sofia Sans"/>
                <a:cs typeface="Sofia Sans"/>
                <a:sym typeface="Sofia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 Id="rId3" Type="http://schemas.openxmlformats.org/officeDocument/2006/relationships/image" Target="../media/image13.jpg"/><Relationship Id="rId4" Type="http://schemas.openxmlformats.org/officeDocument/2006/relationships/image" Target="../media/image23.jpg"/><Relationship Id="rId5" Type="http://schemas.openxmlformats.org/officeDocument/2006/relationships/image" Target="../media/image2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5.xml"/><Relationship Id="rId3"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6.xml"/><Relationship Id="rId3"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3"/>
          <p:cNvSpPr/>
          <p:nvPr/>
        </p:nvSpPr>
        <p:spPr>
          <a:xfrm>
            <a:off x="6952500" y="871626"/>
            <a:ext cx="2191504" cy="4647098"/>
          </a:xfrm>
          <a:custGeom>
            <a:rect b="b" l="l" r="r" t="t"/>
            <a:pathLst>
              <a:path extrusionOk="0" h="71956" w="39412">
                <a:moveTo>
                  <a:pt x="26435" y="5219"/>
                </a:moveTo>
                <a:cubicBezTo>
                  <a:pt x="26414" y="5447"/>
                  <a:pt x="26391" y="5674"/>
                  <a:pt x="26366" y="5900"/>
                </a:cubicBezTo>
                <a:lnTo>
                  <a:pt x="24728" y="5219"/>
                </a:lnTo>
                <a:close/>
                <a:moveTo>
                  <a:pt x="36617" y="5219"/>
                </a:moveTo>
                <a:lnTo>
                  <a:pt x="34266" y="6197"/>
                </a:lnTo>
                <a:cubicBezTo>
                  <a:pt x="34307" y="5875"/>
                  <a:pt x="34344" y="5549"/>
                  <a:pt x="34375" y="5219"/>
                </a:cubicBezTo>
                <a:close/>
                <a:moveTo>
                  <a:pt x="30064" y="5219"/>
                </a:moveTo>
                <a:lnTo>
                  <a:pt x="30064" y="7439"/>
                </a:lnTo>
                <a:lnTo>
                  <a:pt x="26467" y="5942"/>
                </a:lnTo>
                <a:cubicBezTo>
                  <a:pt x="26494" y="5702"/>
                  <a:pt x="26518" y="5461"/>
                  <a:pt x="26541" y="5219"/>
                </a:cubicBezTo>
                <a:close/>
                <a:moveTo>
                  <a:pt x="34269" y="5219"/>
                </a:moveTo>
                <a:cubicBezTo>
                  <a:pt x="34236" y="5564"/>
                  <a:pt x="34198" y="5906"/>
                  <a:pt x="34154" y="6243"/>
                </a:cubicBezTo>
                <a:lnTo>
                  <a:pt x="31282" y="7439"/>
                </a:lnTo>
                <a:lnTo>
                  <a:pt x="31282" y="5219"/>
                </a:lnTo>
                <a:close/>
                <a:moveTo>
                  <a:pt x="34108" y="6587"/>
                </a:moveTo>
                <a:cubicBezTo>
                  <a:pt x="33621" y="10031"/>
                  <a:pt x="32586" y="13006"/>
                  <a:pt x="31282" y="15337"/>
                </a:cubicBezTo>
                <a:lnTo>
                  <a:pt x="31282" y="7763"/>
                </a:lnTo>
                <a:lnTo>
                  <a:pt x="34108" y="6587"/>
                </a:lnTo>
                <a:close/>
                <a:moveTo>
                  <a:pt x="20438" y="17390"/>
                </a:moveTo>
                <a:lnTo>
                  <a:pt x="20438" y="18004"/>
                </a:lnTo>
                <a:lnTo>
                  <a:pt x="19995" y="18004"/>
                </a:lnTo>
                <a:cubicBezTo>
                  <a:pt x="20128" y="17809"/>
                  <a:pt x="20260" y="17604"/>
                  <a:pt x="20389" y="17390"/>
                </a:cubicBezTo>
                <a:close/>
                <a:moveTo>
                  <a:pt x="23951" y="5218"/>
                </a:moveTo>
                <a:lnTo>
                  <a:pt x="26331" y="6210"/>
                </a:lnTo>
                <a:cubicBezTo>
                  <a:pt x="25896" y="9839"/>
                  <a:pt x="24941" y="13226"/>
                  <a:pt x="23593" y="15872"/>
                </a:cubicBezTo>
                <a:cubicBezTo>
                  <a:pt x="23456" y="16140"/>
                  <a:pt x="23316" y="16400"/>
                  <a:pt x="23172" y="16651"/>
                </a:cubicBezTo>
                <a:cubicBezTo>
                  <a:pt x="23051" y="16583"/>
                  <a:pt x="22910" y="16544"/>
                  <a:pt x="22761" y="16544"/>
                </a:cubicBezTo>
                <a:cubicBezTo>
                  <a:pt x="22293" y="16544"/>
                  <a:pt x="21914" y="16923"/>
                  <a:pt x="21914" y="17390"/>
                </a:cubicBezTo>
                <a:lnTo>
                  <a:pt x="22645" y="17390"/>
                </a:lnTo>
                <a:lnTo>
                  <a:pt x="22645" y="17507"/>
                </a:lnTo>
                <a:cubicBezTo>
                  <a:pt x="22532" y="17679"/>
                  <a:pt x="22418" y="17844"/>
                  <a:pt x="22302" y="18004"/>
                </a:cubicBezTo>
                <a:lnTo>
                  <a:pt x="20668" y="18004"/>
                </a:lnTo>
                <a:lnTo>
                  <a:pt x="20668" y="17390"/>
                </a:lnTo>
                <a:lnTo>
                  <a:pt x="21399" y="17390"/>
                </a:lnTo>
                <a:cubicBezTo>
                  <a:pt x="21399" y="17024"/>
                  <a:pt x="21166" y="16713"/>
                  <a:pt x="20841" y="16595"/>
                </a:cubicBezTo>
                <a:cubicBezTo>
                  <a:pt x="20957" y="16378"/>
                  <a:pt x="21071" y="16154"/>
                  <a:pt x="21183" y="15922"/>
                </a:cubicBezTo>
                <a:cubicBezTo>
                  <a:pt x="22577" y="13043"/>
                  <a:pt x="23537" y="9257"/>
                  <a:pt x="23906" y="5218"/>
                </a:cubicBezTo>
                <a:close/>
                <a:moveTo>
                  <a:pt x="22645" y="17705"/>
                </a:moveTo>
                <a:lnTo>
                  <a:pt x="22645" y="18005"/>
                </a:lnTo>
                <a:lnTo>
                  <a:pt x="22437" y="18005"/>
                </a:lnTo>
                <a:cubicBezTo>
                  <a:pt x="22507" y="17906"/>
                  <a:pt x="22577" y="17806"/>
                  <a:pt x="22645" y="17705"/>
                </a:cubicBezTo>
                <a:close/>
                <a:moveTo>
                  <a:pt x="37183" y="5306"/>
                </a:moveTo>
                <a:cubicBezTo>
                  <a:pt x="36576" y="11373"/>
                  <a:pt x="34103" y="16160"/>
                  <a:pt x="31282" y="18753"/>
                </a:cubicBezTo>
                <a:lnTo>
                  <a:pt x="31282" y="15545"/>
                </a:lnTo>
                <a:cubicBezTo>
                  <a:pt x="32644" y="13165"/>
                  <a:pt x="33724" y="10100"/>
                  <a:pt x="34221" y="6539"/>
                </a:cubicBezTo>
                <a:lnTo>
                  <a:pt x="37183" y="5306"/>
                </a:lnTo>
                <a:close/>
                <a:moveTo>
                  <a:pt x="22128" y="18853"/>
                </a:moveTo>
                <a:lnTo>
                  <a:pt x="21574" y="19084"/>
                </a:lnTo>
                <a:cubicBezTo>
                  <a:pt x="21642" y="19009"/>
                  <a:pt x="21711" y="18933"/>
                  <a:pt x="21778" y="18853"/>
                </a:cubicBezTo>
                <a:close/>
                <a:moveTo>
                  <a:pt x="21627" y="18853"/>
                </a:moveTo>
                <a:cubicBezTo>
                  <a:pt x="21526" y="18968"/>
                  <a:pt x="21426" y="19077"/>
                  <a:pt x="21324" y="19183"/>
                </a:cubicBezTo>
                <a:cubicBezTo>
                  <a:pt x="21243" y="19077"/>
                  <a:pt x="21164" y="18968"/>
                  <a:pt x="21086" y="18853"/>
                </a:cubicBezTo>
                <a:close/>
                <a:moveTo>
                  <a:pt x="14353" y="18853"/>
                </a:moveTo>
                <a:cubicBezTo>
                  <a:pt x="14317" y="19035"/>
                  <a:pt x="14280" y="19215"/>
                  <a:pt x="14242" y="19394"/>
                </a:cubicBezTo>
                <a:lnTo>
                  <a:pt x="12941" y="18853"/>
                </a:lnTo>
                <a:close/>
                <a:moveTo>
                  <a:pt x="20962" y="18853"/>
                </a:moveTo>
                <a:cubicBezTo>
                  <a:pt x="21048" y="18984"/>
                  <a:pt x="21138" y="19108"/>
                  <a:pt x="21230" y="19227"/>
                </a:cubicBezTo>
                <a:lnTo>
                  <a:pt x="20317" y="19608"/>
                </a:lnTo>
                <a:cubicBezTo>
                  <a:pt x="20374" y="19357"/>
                  <a:pt x="20427" y="19106"/>
                  <a:pt x="20478" y="18853"/>
                </a:cubicBezTo>
                <a:close/>
                <a:moveTo>
                  <a:pt x="22176" y="19084"/>
                </a:moveTo>
                <a:cubicBezTo>
                  <a:pt x="22119" y="19358"/>
                  <a:pt x="22055" y="19631"/>
                  <a:pt x="21987" y="19902"/>
                </a:cubicBezTo>
                <a:cubicBezTo>
                  <a:pt x="21811" y="19745"/>
                  <a:pt x="21641" y="19569"/>
                  <a:pt x="21478" y="19373"/>
                </a:cubicBezTo>
                <a:lnTo>
                  <a:pt x="22176" y="19084"/>
                </a:lnTo>
                <a:close/>
                <a:moveTo>
                  <a:pt x="14646" y="18853"/>
                </a:moveTo>
                <a:cubicBezTo>
                  <a:pt x="14904" y="19258"/>
                  <a:pt x="15178" y="19608"/>
                  <a:pt x="15465" y="19904"/>
                </a:cubicBezTo>
                <a:lnTo>
                  <a:pt x="14341" y="19435"/>
                </a:lnTo>
                <a:cubicBezTo>
                  <a:pt x="14383" y="19243"/>
                  <a:pt x="14422" y="19049"/>
                  <a:pt x="14460" y="18853"/>
                </a:cubicBezTo>
                <a:close/>
                <a:moveTo>
                  <a:pt x="19228" y="18853"/>
                </a:moveTo>
                <a:cubicBezTo>
                  <a:pt x="18830" y="19331"/>
                  <a:pt x="18421" y="19732"/>
                  <a:pt x="18006" y="20049"/>
                </a:cubicBezTo>
                <a:lnTo>
                  <a:pt x="18006" y="18853"/>
                </a:lnTo>
                <a:close/>
                <a:moveTo>
                  <a:pt x="20866" y="19628"/>
                </a:moveTo>
                <a:lnTo>
                  <a:pt x="20866" y="19628"/>
                </a:lnTo>
                <a:cubicBezTo>
                  <a:pt x="20637" y="19835"/>
                  <a:pt x="20406" y="20018"/>
                  <a:pt x="20175" y="20178"/>
                </a:cubicBezTo>
                <a:cubicBezTo>
                  <a:pt x="20199" y="20080"/>
                  <a:pt x="20224" y="19983"/>
                  <a:pt x="20249" y="19885"/>
                </a:cubicBezTo>
                <a:lnTo>
                  <a:pt x="20866" y="19628"/>
                </a:lnTo>
                <a:close/>
                <a:moveTo>
                  <a:pt x="12780" y="19035"/>
                </a:moveTo>
                <a:lnTo>
                  <a:pt x="14193" y="19624"/>
                </a:lnTo>
                <a:cubicBezTo>
                  <a:pt x="14139" y="19867"/>
                  <a:pt x="14081" y="20105"/>
                  <a:pt x="14021" y="20341"/>
                </a:cubicBezTo>
                <a:cubicBezTo>
                  <a:pt x="13584" y="20029"/>
                  <a:pt x="13167" y="19592"/>
                  <a:pt x="12780" y="19035"/>
                </a:cubicBezTo>
                <a:close/>
                <a:moveTo>
                  <a:pt x="17065" y="18853"/>
                </a:moveTo>
                <a:lnTo>
                  <a:pt x="17065" y="20569"/>
                </a:lnTo>
                <a:lnTo>
                  <a:pt x="15728" y="20012"/>
                </a:lnTo>
                <a:cubicBezTo>
                  <a:pt x="15391" y="19701"/>
                  <a:pt x="15070" y="19315"/>
                  <a:pt x="14770" y="18853"/>
                </a:cubicBezTo>
                <a:close/>
                <a:moveTo>
                  <a:pt x="20370" y="18853"/>
                </a:moveTo>
                <a:cubicBezTo>
                  <a:pt x="20317" y="19123"/>
                  <a:pt x="20259" y="19391"/>
                  <a:pt x="20195" y="19658"/>
                </a:cubicBezTo>
                <a:lnTo>
                  <a:pt x="18006" y="20569"/>
                </a:lnTo>
                <a:lnTo>
                  <a:pt x="18006" y="20181"/>
                </a:lnTo>
                <a:cubicBezTo>
                  <a:pt x="18468" y="19837"/>
                  <a:pt x="18924" y="19392"/>
                  <a:pt x="19365" y="18853"/>
                </a:cubicBezTo>
                <a:close/>
                <a:moveTo>
                  <a:pt x="16554" y="20606"/>
                </a:moveTo>
                <a:lnTo>
                  <a:pt x="16825" y="20719"/>
                </a:lnTo>
                <a:cubicBezTo>
                  <a:pt x="16819" y="20721"/>
                  <a:pt x="16813" y="20723"/>
                  <a:pt x="16807" y="20725"/>
                </a:cubicBezTo>
                <a:cubicBezTo>
                  <a:pt x="16722" y="20690"/>
                  <a:pt x="16638" y="20650"/>
                  <a:pt x="16554" y="20606"/>
                </a:cubicBezTo>
                <a:close/>
                <a:moveTo>
                  <a:pt x="26433" y="6252"/>
                </a:moveTo>
                <a:lnTo>
                  <a:pt x="30064" y="7763"/>
                </a:lnTo>
                <a:lnTo>
                  <a:pt x="30064" y="17227"/>
                </a:lnTo>
                <a:cubicBezTo>
                  <a:pt x="28674" y="19095"/>
                  <a:pt x="27108" y="20315"/>
                  <a:pt x="25615" y="20730"/>
                </a:cubicBezTo>
                <a:cubicBezTo>
                  <a:pt x="24679" y="20454"/>
                  <a:pt x="23854" y="19820"/>
                  <a:pt x="23188" y="18853"/>
                </a:cubicBezTo>
                <a:lnTo>
                  <a:pt x="24034" y="18853"/>
                </a:lnTo>
                <a:cubicBezTo>
                  <a:pt x="24174" y="18853"/>
                  <a:pt x="24288" y="18739"/>
                  <a:pt x="24288" y="18600"/>
                </a:cubicBezTo>
                <a:lnTo>
                  <a:pt x="24288" y="18259"/>
                </a:lnTo>
                <a:cubicBezTo>
                  <a:pt x="24288" y="18118"/>
                  <a:pt x="24174" y="18005"/>
                  <a:pt x="24034" y="18005"/>
                </a:cubicBezTo>
                <a:lnTo>
                  <a:pt x="22876" y="18005"/>
                </a:lnTo>
                <a:lnTo>
                  <a:pt x="22876" y="17390"/>
                </a:lnTo>
                <a:lnTo>
                  <a:pt x="23607" y="17390"/>
                </a:lnTo>
                <a:cubicBezTo>
                  <a:pt x="23607" y="17110"/>
                  <a:pt x="23471" y="16863"/>
                  <a:pt x="23261" y="16709"/>
                </a:cubicBezTo>
                <a:cubicBezTo>
                  <a:pt x="23406" y="16455"/>
                  <a:pt x="23548" y="16192"/>
                  <a:pt x="23687" y="15919"/>
                </a:cubicBezTo>
                <a:cubicBezTo>
                  <a:pt x="25037" y="13270"/>
                  <a:pt x="25994" y="9882"/>
                  <a:pt x="26433" y="6252"/>
                </a:cubicBezTo>
                <a:close/>
                <a:moveTo>
                  <a:pt x="16965" y="20777"/>
                </a:moveTo>
                <a:lnTo>
                  <a:pt x="17065" y="20819"/>
                </a:lnTo>
                <a:lnTo>
                  <a:pt x="17065" y="20821"/>
                </a:lnTo>
                <a:cubicBezTo>
                  <a:pt x="17027" y="20809"/>
                  <a:pt x="16990" y="20796"/>
                  <a:pt x="16952" y="20783"/>
                </a:cubicBezTo>
                <a:cubicBezTo>
                  <a:pt x="16957" y="20781"/>
                  <a:pt x="16961" y="20779"/>
                  <a:pt x="16965" y="20777"/>
                </a:cubicBezTo>
                <a:close/>
                <a:moveTo>
                  <a:pt x="30064" y="17395"/>
                </a:moveTo>
                <a:lnTo>
                  <a:pt x="30064" y="19722"/>
                </a:lnTo>
                <a:cubicBezTo>
                  <a:pt x="29294" y="20241"/>
                  <a:pt x="28517" y="20596"/>
                  <a:pt x="27757" y="20770"/>
                </a:cubicBezTo>
                <a:cubicBezTo>
                  <a:pt x="27407" y="20849"/>
                  <a:pt x="27065" y="20889"/>
                  <a:pt x="26733" y="20889"/>
                </a:cubicBezTo>
                <a:cubicBezTo>
                  <a:pt x="26416" y="20889"/>
                  <a:pt x="26107" y="20853"/>
                  <a:pt x="25809" y="20782"/>
                </a:cubicBezTo>
                <a:cubicBezTo>
                  <a:pt x="27242" y="20329"/>
                  <a:pt x="28730" y="19155"/>
                  <a:pt x="30064" y="17395"/>
                </a:cubicBezTo>
                <a:close/>
                <a:moveTo>
                  <a:pt x="23062" y="18853"/>
                </a:moveTo>
                <a:cubicBezTo>
                  <a:pt x="23710" y="19818"/>
                  <a:pt x="24513" y="20468"/>
                  <a:pt x="25423" y="20779"/>
                </a:cubicBezTo>
                <a:cubicBezTo>
                  <a:pt x="25417" y="20780"/>
                  <a:pt x="25411" y="20782"/>
                  <a:pt x="25403" y="20784"/>
                </a:cubicBezTo>
                <a:cubicBezTo>
                  <a:pt x="25086" y="20857"/>
                  <a:pt x="24776" y="20893"/>
                  <a:pt x="24474" y="20893"/>
                </a:cubicBezTo>
                <a:cubicBezTo>
                  <a:pt x="23593" y="20893"/>
                  <a:pt x="22787" y="20585"/>
                  <a:pt x="22077" y="19981"/>
                </a:cubicBezTo>
                <a:cubicBezTo>
                  <a:pt x="22156" y="19667"/>
                  <a:pt x="22228" y="19352"/>
                  <a:pt x="22293" y="19034"/>
                </a:cubicBezTo>
                <a:lnTo>
                  <a:pt x="22728" y="18853"/>
                </a:lnTo>
                <a:close/>
                <a:moveTo>
                  <a:pt x="14291" y="19665"/>
                </a:moveTo>
                <a:lnTo>
                  <a:pt x="15997" y="20374"/>
                </a:lnTo>
                <a:cubicBezTo>
                  <a:pt x="16212" y="20536"/>
                  <a:pt x="16434" y="20671"/>
                  <a:pt x="16661" y="20776"/>
                </a:cubicBezTo>
                <a:cubicBezTo>
                  <a:pt x="16571" y="20805"/>
                  <a:pt x="16482" y="20829"/>
                  <a:pt x="16393" y="20850"/>
                </a:cubicBezTo>
                <a:cubicBezTo>
                  <a:pt x="16173" y="20900"/>
                  <a:pt x="15956" y="20925"/>
                  <a:pt x="15743" y="20925"/>
                </a:cubicBezTo>
                <a:cubicBezTo>
                  <a:pt x="15176" y="20925"/>
                  <a:pt x="14630" y="20750"/>
                  <a:pt x="14114" y="20405"/>
                </a:cubicBezTo>
                <a:cubicBezTo>
                  <a:pt x="14175" y="20160"/>
                  <a:pt x="14236" y="19915"/>
                  <a:pt x="14291" y="19665"/>
                </a:cubicBezTo>
                <a:close/>
                <a:moveTo>
                  <a:pt x="20127" y="19935"/>
                </a:moveTo>
                <a:lnTo>
                  <a:pt x="20127" y="19935"/>
                </a:lnTo>
                <a:cubicBezTo>
                  <a:pt x="20100" y="20046"/>
                  <a:pt x="20071" y="20156"/>
                  <a:pt x="20041" y="20266"/>
                </a:cubicBezTo>
                <a:cubicBezTo>
                  <a:pt x="19581" y="20566"/>
                  <a:pt x="19117" y="20774"/>
                  <a:pt x="18660" y="20878"/>
                </a:cubicBezTo>
                <a:cubicBezTo>
                  <a:pt x="18439" y="20928"/>
                  <a:pt x="18220" y="20955"/>
                  <a:pt x="18006" y="20959"/>
                </a:cubicBezTo>
                <a:lnTo>
                  <a:pt x="18006" y="20819"/>
                </a:lnTo>
                <a:lnTo>
                  <a:pt x="20127" y="19935"/>
                </a:lnTo>
                <a:close/>
                <a:moveTo>
                  <a:pt x="19998" y="20426"/>
                </a:moveTo>
                <a:lnTo>
                  <a:pt x="19998" y="20426"/>
                </a:lnTo>
                <a:cubicBezTo>
                  <a:pt x="19519" y="22165"/>
                  <a:pt x="18836" y="23801"/>
                  <a:pt x="18006" y="25194"/>
                </a:cubicBezTo>
                <a:lnTo>
                  <a:pt x="18006" y="21064"/>
                </a:lnTo>
                <a:cubicBezTo>
                  <a:pt x="18228" y="21059"/>
                  <a:pt x="18455" y="21033"/>
                  <a:pt x="18684" y="20980"/>
                </a:cubicBezTo>
                <a:cubicBezTo>
                  <a:pt x="19124" y="20880"/>
                  <a:pt x="19563" y="20694"/>
                  <a:pt x="19998" y="20426"/>
                </a:cubicBezTo>
                <a:close/>
                <a:moveTo>
                  <a:pt x="9862" y="26346"/>
                </a:moveTo>
                <a:lnTo>
                  <a:pt x="9862" y="26856"/>
                </a:lnTo>
                <a:lnTo>
                  <a:pt x="9073" y="26856"/>
                </a:lnTo>
                <a:cubicBezTo>
                  <a:pt x="9187" y="26692"/>
                  <a:pt x="9300" y="26522"/>
                  <a:pt x="9411" y="26346"/>
                </a:cubicBezTo>
                <a:close/>
                <a:moveTo>
                  <a:pt x="12341" y="18853"/>
                </a:moveTo>
                <a:lnTo>
                  <a:pt x="12604" y="18962"/>
                </a:lnTo>
                <a:cubicBezTo>
                  <a:pt x="13035" y="19608"/>
                  <a:pt x="13500" y="20105"/>
                  <a:pt x="13995" y="20449"/>
                </a:cubicBezTo>
                <a:cubicBezTo>
                  <a:pt x="13320" y="23080"/>
                  <a:pt x="12317" y="25315"/>
                  <a:pt x="11140" y="26896"/>
                </a:cubicBezTo>
                <a:cubicBezTo>
                  <a:pt x="11105" y="26872"/>
                  <a:pt x="11063" y="26856"/>
                  <a:pt x="11017" y="26856"/>
                </a:cubicBezTo>
                <a:lnTo>
                  <a:pt x="10054" y="26856"/>
                </a:lnTo>
                <a:lnTo>
                  <a:pt x="10054" y="26346"/>
                </a:lnTo>
                <a:lnTo>
                  <a:pt x="10661" y="26346"/>
                </a:lnTo>
                <a:cubicBezTo>
                  <a:pt x="10661" y="25956"/>
                  <a:pt x="10347" y="25642"/>
                  <a:pt x="9958" y="25642"/>
                </a:cubicBezTo>
                <a:cubicBezTo>
                  <a:pt x="9908" y="25642"/>
                  <a:pt x="9860" y="25647"/>
                  <a:pt x="9814" y="25656"/>
                </a:cubicBezTo>
                <a:cubicBezTo>
                  <a:pt x="10800" y="23859"/>
                  <a:pt x="11604" y="21530"/>
                  <a:pt x="12119" y="18853"/>
                </a:cubicBezTo>
                <a:close/>
                <a:moveTo>
                  <a:pt x="21381" y="19414"/>
                </a:moveTo>
                <a:cubicBezTo>
                  <a:pt x="21566" y="19634"/>
                  <a:pt x="21759" y="19834"/>
                  <a:pt x="21961" y="20009"/>
                </a:cubicBezTo>
                <a:cubicBezTo>
                  <a:pt x="21420" y="22135"/>
                  <a:pt x="20573" y="24129"/>
                  <a:pt x="19519" y="25735"/>
                </a:cubicBezTo>
                <a:cubicBezTo>
                  <a:pt x="19046" y="26459"/>
                  <a:pt x="18536" y="27091"/>
                  <a:pt x="18006" y="27622"/>
                </a:cubicBezTo>
                <a:lnTo>
                  <a:pt x="18006" y="25399"/>
                </a:lnTo>
                <a:cubicBezTo>
                  <a:pt x="18901" y="23937"/>
                  <a:pt x="19629" y="22195"/>
                  <a:pt x="20130" y="20343"/>
                </a:cubicBezTo>
                <a:cubicBezTo>
                  <a:pt x="20481" y="20114"/>
                  <a:pt x="20828" y="19833"/>
                  <a:pt x="21170" y="19502"/>
                </a:cubicBezTo>
                <a:lnTo>
                  <a:pt x="21381" y="19414"/>
                </a:lnTo>
                <a:close/>
                <a:moveTo>
                  <a:pt x="10600" y="27561"/>
                </a:moveTo>
                <a:cubicBezTo>
                  <a:pt x="10561" y="27606"/>
                  <a:pt x="10521" y="27652"/>
                  <a:pt x="10482" y="27695"/>
                </a:cubicBezTo>
                <a:cubicBezTo>
                  <a:pt x="10442" y="27651"/>
                  <a:pt x="10402" y="27606"/>
                  <a:pt x="10363" y="27561"/>
                </a:cubicBezTo>
                <a:close/>
                <a:moveTo>
                  <a:pt x="9433" y="27561"/>
                </a:moveTo>
                <a:lnTo>
                  <a:pt x="8765" y="27840"/>
                </a:lnTo>
                <a:cubicBezTo>
                  <a:pt x="8685" y="27755"/>
                  <a:pt x="8605" y="27668"/>
                  <a:pt x="8524" y="27578"/>
                </a:cubicBezTo>
                <a:cubicBezTo>
                  <a:pt x="8530" y="27572"/>
                  <a:pt x="8534" y="27566"/>
                  <a:pt x="8538" y="27561"/>
                </a:cubicBezTo>
                <a:close/>
                <a:moveTo>
                  <a:pt x="8456" y="27657"/>
                </a:moveTo>
                <a:cubicBezTo>
                  <a:pt x="8524" y="27734"/>
                  <a:pt x="8592" y="27810"/>
                  <a:pt x="8661" y="27883"/>
                </a:cubicBezTo>
                <a:lnTo>
                  <a:pt x="7982" y="28165"/>
                </a:lnTo>
                <a:cubicBezTo>
                  <a:pt x="8142" y="28008"/>
                  <a:pt x="8300" y="27838"/>
                  <a:pt x="8456" y="27657"/>
                </a:cubicBezTo>
                <a:close/>
                <a:moveTo>
                  <a:pt x="10224" y="27561"/>
                </a:moveTo>
                <a:cubicBezTo>
                  <a:pt x="10284" y="27633"/>
                  <a:pt x="10347" y="27702"/>
                  <a:pt x="10409" y="27770"/>
                </a:cubicBezTo>
                <a:cubicBezTo>
                  <a:pt x="10128" y="28066"/>
                  <a:pt x="9841" y="28327"/>
                  <a:pt x="9547" y="28548"/>
                </a:cubicBezTo>
                <a:cubicBezTo>
                  <a:pt x="9331" y="28381"/>
                  <a:pt x="9118" y="28194"/>
                  <a:pt x="8910" y="27987"/>
                </a:cubicBezTo>
                <a:lnTo>
                  <a:pt x="9931" y="27561"/>
                </a:lnTo>
                <a:close/>
                <a:moveTo>
                  <a:pt x="5223" y="27561"/>
                </a:moveTo>
                <a:lnTo>
                  <a:pt x="5223" y="28853"/>
                </a:lnTo>
                <a:cubicBezTo>
                  <a:pt x="4715" y="28544"/>
                  <a:pt x="4212" y="28114"/>
                  <a:pt x="3716" y="27561"/>
                </a:cubicBezTo>
                <a:close/>
                <a:moveTo>
                  <a:pt x="8372" y="27561"/>
                </a:moveTo>
                <a:cubicBezTo>
                  <a:pt x="8372" y="27562"/>
                  <a:pt x="8372" y="27562"/>
                  <a:pt x="8373" y="27563"/>
                </a:cubicBezTo>
                <a:cubicBezTo>
                  <a:pt x="8143" y="27833"/>
                  <a:pt x="7909" y="28078"/>
                  <a:pt x="7671" y="28295"/>
                </a:cubicBezTo>
                <a:lnTo>
                  <a:pt x="6005" y="28987"/>
                </a:lnTo>
                <a:lnTo>
                  <a:pt x="6005" y="27561"/>
                </a:lnTo>
                <a:close/>
                <a:moveTo>
                  <a:pt x="3578" y="27561"/>
                </a:moveTo>
                <a:cubicBezTo>
                  <a:pt x="4112" y="28166"/>
                  <a:pt x="4663" y="28635"/>
                  <a:pt x="5223" y="28963"/>
                </a:cubicBezTo>
                <a:lnTo>
                  <a:pt x="5223" y="28988"/>
                </a:lnTo>
                <a:lnTo>
                  <a:pt x="1796" y="27561"/>
                </a:lnTo>
                <a:close/>
                <a:moveTo>
                  <a:pt x="7146" y="28721"/>
                </a:moveTo>
                <a:lnTo>
                  <a:pt x="7146" y="28721"/>
                </a:lnTo>
                <a:cubicBezTo>
                  <a:pt x="6814" y="28960"/>
                  <a:pt x="6476" y="29144"/>
                  <a:pt x="6133" y="29271"/>
                </a:cubicBezTo>
                <a:cubicBezTo>
                  <a:pt x="6091" y="29257"/>
                  <a:pt x="6048" y="29243"/>
                  <a:pt x="6005" y="29228"/>
                </a:cubicBezTo>
                <a:lnTo>
                  <a:pt x="6005" y="29196"/>
                </a:lnTo>
                <a:lnTo>
                  <a:pt x="7146" y="28721"/>
                </a:lnTo>
                <a:close/>
                <a:moveTo>
                  <a:pt x="8805" y="28030"/>
                </a:moveTo>
                <a:cubicBezTo>
                  <a:pt x="9020" y="28245"/>
                  <a:pt x="9237" y="28439"/>
                  <a:pt x="9459" y="28611"/>
                </a:cubicBezTo>
                <a:cubicBezTo>
                  <a:pt x="8979" y="28959"/>
                  <a:pt x="8484" y="29203"/>
                  <a:pt x="7983" y="29327"/>
                </a:cubicBezTo>
                <a:cubicBezTo>
                  <a:pt x="7706" y="29396"/>
                  <a:pt x="7430" y="29431"/>
                  <a:pt x="7155" y="29431"/>
                </a:cubicBezTo>
                <a:cubicBezTo>
                  <a:pt x="6870" y="29431"/>
                  <a:pt x="6587" y="29394"/>
                  <a:pt x="6305" y="29320"/>
                </a:cubicBezTo>
                <a:cubicBezTo>
                  <a:pt x="6734" y="29144"/>
                  <a:pt x="7153" y="28886"/>
                  <a:pt x="7560" y="28549"/>
                </a:cubicBezTo>
                <a:lnTo>
                  <a:pt x="8805" y="28030"/>
                </a:lnTo>
                <a:close/>
                <a:moveTo>
                  <a:pt x="14086" y="20512"/>
                </a:moveTo>
                <a:cubicBezTo>
                  <a:pt x="14610" y="20855"/>
                  <a:pt x="15164" y="21031"/>
                  <a:pt x="15739" y="21031"/>
                </a:cubicBezTo>
                <a:cubicBezTo>
                  <a:pt x="15962" y="21031"/>
                  <a:pt x="16188" y="21004"/>
                  <a:pt x="16416" y="20953"/>
                </a:cubicBezTo>
                <a:cubicBezTo>
                  <a:pt x="16546" y="20923"/>
                  <a:pt x="16675" y="20885"/>
                  <a:pt x="16805" y="20839"/>
                </a:cubicBezTo>
                <a:cubicBezTo>
                  <a:pt x="16890" y="20873"/>
                  <a:pt x="16977" y="20904"/>
                  <a:pt x="17065" y="20931"/>
                </a:cubicBezTo>
                <a:lnTo>
                  <a:pt x="17065" y="26580"/>
                </a:lnTo>
                <a:cubicBezTo>
                  <a:pt x="15892" y="28095"/>
                  <a:pt x="14559" y="29093"/>
                  <a:pt x="13241" y="29422"/>
                </a:cubicBezTo>
                <a:cubicBezTo>
                  <a:pt x="13222" y="29427"/>
                  <a:pt x="13203" y="29430"/>
                  <a:pt x="13185" y="29435"/>
                </a:cubicBezTo>
                <a:cubicBezTo>
                  <a:pt x="12263" y="29212"/>
                  <a:pt x="11376" y="28653"/>
                  <a:pt x="10552" y="27771"/>
                </a:cubicBezTo>
                <a:cubicBezTo>
                  <a:pt x="10613" y="27703"/>
                  <a:pt x="10676" y="27632"/>
                  <a:pt x="10736" y="27561"/>
                </a:cubicBezTo>
                <a:lnTo>
                  <a:pt x="11017" y="27561"/>
                </a:lnTo>
                <a:cubicBezTo>
                  <a:pt x="11133" y="27561"/>
                  <a:pt x="11228" y="27467"/>
                  <a:pt x="11228" y="27351"/>
                </a:cubicBezTo>
                <a:lnTo>
                  <a:pt x="11228" y="27067"/>
                </a:lnTo>
                <a:cubicBezTo>
                  <a:pt x="11228" y="27035"/>
                  <a:pt x="11219" y="27004"/>
                  <a:pt x="11207" y="26978"/>
                </a:cubicBezTo>
                <a:cubicBezTo>
                  <a:pt x="12395" y="25390"/>
                  <a:pt x="13405" y="23149"/>
                  <a:pt x="14086" y="20512"/>
                </a:cubicBezTo>
                <a:close/>
                <a:moveTo>
                  <a:pt x="1720" y="27738"/>
                </a:moveTo>
                <a:lnTo>
                  <a:pt x="5223" y="29196"/>
                </a:lnTo>
                <a:lnTo>
                  <a:pt x="5223" y="29472"/>
                </a:lnTo>
                <a:cubicBezTo>
                  <a:pt x="5147" y="29478"/>
                  <a:pt x="5070" y="29481"/>
                  <a:pt x="4994" y="29481"/>
                </a:cubicBezTo>
                <a:cubicBezTo>
                  <a:pt x="3889" y="29481"/>
                  <a:pt x="2792" y="28897"/>
                  <a:pt x="1720" y="27738"/>
                </a:cubicBezTo>
                <a:close/>
                <a:moveTo>
                  <a:pt x="10478" y="27847"/>
                </a:moveTo>
                <a:cubicBezTo>
                  <a:pt x="11255" y="28678"/>
                  <a:pt x="12089" y="29226"/>
                  <a:pt x="12955" y="29483"/>
                </a:cubicBezTo>
                <a:cubicBezTo>
                  <a:pt x="12720" y="29524"/>
                  <a:pt x="12485" y="29545"/>
                  <a:pt x="12253" y="29545"/>
                </a:cubicBezTo>
                <a:cubicBezTo>
                  <a:pt x="11348" y="29545"/>
                  <a:pt x="10466" y="29230"/>
                  <a:pt x="9632" y="28611"/>
                </a:cubicBezTo>
                <a:cubicBezTo>
                  <a:pt x="9920" y="28392"/>
                  <a:pt x="10202" y="28137"/>
                  <a:pt x="10478" y="27847"/>
                </a:cubicBezTo>
                <a:close/>
                <a:moveTo>
                  <a:pt x="17065" y="26752"/>
                </a:moveTo>
                <a:lnTo>
                  <a:pt x="17065" y="28442"/>
                </a:lnTo>
                <a:cubicBezTo>
                  <a:pt x="16418" y="28924"/>
                  <a:pt x="15754" y="29257"/>
                  <a:pt x="15093" y="29422"/>
                </a:cubicBezTo>
                <a:cubicBezTo>
                  <a:pt x="14762" y="29504"/>
                  <a:pt x="14433" y="29545"/>
                  <a:pt x="14107" y="29545"/>
                </a:cubicBezTo>
                <a:cubicBezTo>
                  <a:pt x="13873" y="29545"/>
                  <a:pt x="13641" y="29524"/>
                  <a:pt x="13411" y="29483"/>
                </a:cubicBezTo>
                <a:cubicBezTo>
                  <a:pt x="14673" y="29123"/>
                  <a:pt x="15941" y="28171"/>
                  <a:pt x="17065" y="26752"/>
                </a:cubicBezTo>
                <a:close/>
                <a:moveTo>
                  <a:pt x="30428" y="1"/>
                </a:moveTo>
                <a:cubicBezTo>
                  <a:pt x="30226" y="1"/>
                  <a:pt x="30064" y="164"/>
                  <a:pt x="30064" y="364"/>
                </a:cubicBezTo>
                <a:lnTo>
                  <a:pt x="30064" y="4120"/>
                </a:lnTo>
                <a:lnTo>
                  <a:pt x="26971" y="4120"/>
                </a:lnTo>
                <a:lnTo>
                  <a:pt x="26971" y="3357"/>
                </a:lnTo>
                <a:lnTo>
                  <a:pt x="27918" y="3357"/>
                </a:lnTo>
                <a:cubicBezTo>
                  <a:pt x="27918" y="2752"/>
                  <a:pt x="27428" y="2262"/>
                  <a:pt x="26822" y="2262"/>
                </a:cubicBezTo>
                <a:cubicBezTo>
                  <a:pt x="26217" y="2262"/>
                  <a:pt x="25727" y="2752"/>
                  <a:pt x="25727" y="3357"/>
                </a:cubicBezTo>
                <a:lnTo>
                  <a:pt x="26673" y="3357"/>
                </a:lnTo>
                <a:lnTo>
                  <a:pt x="26673" y="4120"/>
                </a:lnTo>
                <a:lnTo>
                  <a:pt x="24114" y="4120"/>
                </a:lnTo>
                <a:lnTo>
                  <a:pt x="24114" y="3357"/>
                </a:lnTo>
                <a:lnTo>
                  <a:pt x="25060" y="3357"/>
                </a:lnTo>
                <a:cubicBezTo>
                  <a:pt x="25060" y="2752"/>
                  <a:pt x="24570" y="2262"/>
                  <a:pt x="23965" y="2262"/>
                </a:cubicBezTo>
                <a:cubicBezTo>
                  <a:pt x="23360" y="2262"/>
                  <a:pt x="22870" y="2752"/>
                  <a:pt x="22870" y="3357"/>
                </a:cubicBezTo>
                <a:lnTo>
                  <a:pt x="23816" y="3357"/>
                </a:lnTo>
                <a:lnTo>
                  <a:pt x="23816" y="4120"/>
                </a:lnTo>
                <a:lnTo>
                  <a:pt x="22261" y="4120"/>
                </a:lnTo>
                <a:cubicBezTo>
                  <a:pt x="22080" y="4120"/>
                  <a:pt x="21933" y="4267"/>
                  <a:pt x="21933" y="4448"/>
                </a:cubicBezTo>
                <a:lnTo>
                  <a:pt x="21933" y="4890"/>
                </a:lnTo>
                <a:cubicBezTo>
                  <a:pt x="21933" y="5071"/>
                  <a:pt x="22080" y="5218"/>
                  <a:pt x="22261" y="5218"/>
                </a:cubicBezTo>
                <a:lnTo>
                  <a:pt x="23801" y="5218"/>
                </a:lnTo>
                <a:cubicBezTo>
                  <a:pt x="23432" y="9242"/>
                  <a:pt x="22475" y="13010"/>
                  <a:pt x="21088" y="15877"/>
                </a:cubicBezTo>
                <a:cubicBezTo>
                  <a:pt x="20974" y="16114"/>
                  <a:pt x="20857" y="16342"/>
                  <a:pt x="20738" y="16564"/>
                </a:cubicBezTo>
                <a:cubicBezTo>
                  <a:pt x="20678" y="16551"/>
                  <a:pt x="20617" y="16544"/>
                  <a:pt x="20553" y="16544"/>
                </a:cubicBezTo>
                <a:cubicBezTo>
                  <a:pt x="20085" y="16544"/>
                  <a:pt x="19706" y="16923"/>
                  <a:pt x="19706" y="17390"/>
                </a:cubicBezTo>
                <a:lnTo>
                  <a:pt x="20266" y="17390"/>
                </a:lnTo>
                <a:cubicBezTo>
                  <a:pt x="20136" y="17604"/>
                  <a:pt x="20003" y="17809"/>
                  <a:pt x="19870" y="18005"/>
                </a:cubicBezTo>
                <a:lnTo>
                  <a:pt x="18006" y="18005"/>
                </a:lnTo>
                <a:lnTo>
                  <a:pt x="18006" y="15103"/>
                </a:lnTo>
                <a:cubicBezTo>
                  <a:pt x="18006" y="14947"/>
                  <a:pt x="17879" y="14822"/>
                  <a:pt x="17724" y="14822"/>
                </a:cubicBezTo>
                <a:lnTo>
                  <a:pt x="17346" y="14822"/>
                </a:lnTo>
                <a:cubicBezTo>
                  <a:pt x="17191" y="14822"/>
                  <a:pt x="17065" y="14947"/>
                  <a:pt x="17065" y="15103"/>
                </a:cubicBezTo>
                <a:lnTo>
                  <a:pt x="17065" y="18005"/>
                </a:lnTo>
                <a:lnTo>
                  <a:pt x="14676" y="18005"/>
                </a:lnTo>
                <a:lnTo>
                  <a:pt x="14676" y="17415"/>
                </a:lnTo>
                <a:lnTo>
                  <a:pt x="15406" y="17415"/>
                </a:lnTo>
                <a:cubicBezTo>
                  <a:pt x="15406" y="16948"/>
                  <a:pt x="15027" y="16568"/>
                  <a:pt x="14560" y="16568"/>
                </a:cubicBezTo>
                <a:cubicBezTo>
                  <a:pt x="14092" y="16568"/>
                  <a:pt x="13713" y="16948"/>
                  <a:pt x="13713" y="17415"/>
                </a:cubicBezTo>
                <a:lnTo>
                  <a:pt x="14445" y="17415"/>
                </a:lnTo>
                <a:lnTo>
                  <a:pt x="14445" y="18005"/>
                </a:lnTo>
                <a:lnTo>
                  <a:pt x="12468" y="18005"/>
                </a:lnTo>
                <a:lnTo>
                  <a:pt x="12468" y="17415"/>
                </a:lnTo>
                <a:lnTo>
                  <a:pt x="13199" y="17415"/>
                </a:lnTo>
                <a:cubicBezTo>
                  <a:pt x="13199" y="16948"/>
                  <a:pt x="12820" y="16568"/>
                  <a:pt x="12353" y="16568"/>
                </a:cubicBezTo>
                <a:cubicBezTo>
                  <a:pt x="11885" y="16568"/>
                  <a:pt x="11506" y="16948"/>
                  <a:pt x="11506" y="17415"/>
                </a:cubicBezTo>
                <a:lnTo>
                  <a:pt x="12237" y="17415"/>
                </a:lnTo>
                <a:lnTo>
                  <a:pt x="12237" y="18005"/>
                </a:lnTo>
                <a:lnTo>
                  <a:pt x="11037" y="18005"/>
                </a:lnTo>
                <a:cubicBezTo>
                  <a:pt x="10896" y="18005"/>
                  <a:pt x="10783" y="18118"/>
                  <a:pt x="10783" y="18259"/>
                </a:cubicBezTo>
                <a:lnTo>
                  <a:pt x="10783" y="18600"/>
                </a:lnTo>
                <a:cubicBezTo>
                  <a:pt x="10783" y="18739"/>
                  <a:pt x="10896" y="18853"/>
                  <a:pt x="11037" y="18853"/>
                </a:cubicBezTo>
                <a:lnTo>
                  <a:pt x="12013" y="18853"/>
                </a:lnTo>
                <a:cubicBezTo>
                  <a:pt x="11490" y="21545"/>
                  <a:pt x="10653" y="23911"/>
                  <a:pt x="9633" y="25722"/>
                </a:cubicBezTo>
                <a:cubicBezTo>
                  <a:pt x="9408" y="25839"/>
                  <a:pt x="9254" y="26074"/>
                  <a:pt x="9254" y="26346"/>
                </a:cubicBezTo>
                <a:lnTo>
                  <a:pt x="9260" y="26346"/>
                </a:lnTo>
                <a:cubicBezTo>
                  <a:pt x="9148" y="26521"/>
                  <a:pt x="9035" y="26693"/>
                  <a:pt x="8920" y="26856"/>
                </a:cubicBezTo>
                <a:lnTo>
                  <a:pt x="8218" y="26856"/>
                </a:lnTo>
                <a:lnTo>
                  <a:pt x="8218" y="26346"/>
                </a:lnTo>
                <a:lnTo>
                  <a:pt x="8826" y="26346"/>
                </a:lnTo>
                <a:cubicBezTo>
                  <a:pt x="8826" y="25956"/>
                  <a:pt x="8511" y="25642"/>
                  <a:pt x="8123" y="25642"/>
                </a:cubicBezTo>
                <a:cubicBezTo>
                  <a:pt x="7734" y="25642"/>
                  <a:pt x="7419" y="25956"/>
                  <a:pt x="7419" y="26346"/>
                </a:cubicBezTo>
                <a:lnTo>
                  <a:pt x="8027" y="26346"/>
                </a:lnTo>
                <a:lnTo>
                  <a:pt x="8027" y="26856"/>
                </a:lnTo>
                <a:lnTo>
                  <a:pt x="6005" y="26856"/>
                </a:lnTo>
                <a:lnTo>
                  <a:pt x="6005" y="24444"/>
                </a:lnTo>
                <a:cubicBezTo>
                  <a:pt x="6005" y="24314"/>
                  <a:pt x="5900" y="24210"/>
                  <a:pt x="5771" y="24210"/>
                </a:cubicBezTo>
                <a:lnTo>
                  <a:pt x="5456" y="24210"/>
                </a:lnTo>
                <a:cubicBezTo>
                  <a:pt x="5328" y="24210"/>
                  <a:pt x="5223" y="24314"/>
                  <a:pt x="5223" y="24444"/>
                </a:cubicBezTo>
                <a:lnTo>
                  <a:pt x="5223" y="26856"/>
                </a:lnTo>
                <a:lnTo>
                  <a:pt x="3237" y="26856"/>
                </a:lnTo>
                <a:lnTo>
                  <a:pt x="3237" y="26366"/>
                </a:lnTo>
                <a:lnTo>
                  <a:pt x="3844" y="26366"/>
                </a:lnTo>
                <a:cubicBezTo>
                  <a:pt x="3844" y="25977"/>
                  <a:pt x="3530" y="25662"/>
                  <a:pt x="3141" y="25662"/>
                </a:cubicBezTo>
                <a:cubicBezTo>
                  <a:pt x="2752" y="25662"/>
                  <a:pt x="2437" y="25977"/>
                  <a:pt x="2437" y="26366"/>
                </a:cubicBezTo>
                <a:lnTo>
                  <a:pt x="3045" y="26366"/>
                </a:lnTo>
                <a:lnTo>
                  <a:pt x="3045" y="26856"/>
                </a:lnTo>
                <a:lnTo>
                  <a:pt x="1401" y="26856"/>
                </a:lnTo>
                <a:lnTo>
                  <a:pt x="1401" y="26366"/>
                </a:lnTo>
                <a:lnTo>
                  <a:pt x="2009" y="26366"/>
                </a:lnTo>
                <a:cubicBezTo>
                  <a:pt x="2009" y="25977"/>
                  <a:pt x="1694" y="25662"/>
                  <a:pt x="1305" y="25662"/>
                </a:cubicBezTo>
                <a:cubicBezTo>
                  <a:pt x="916" y="25662"/>
                  <a:pt x="602" y="25977"/>
                  <a:pt x="602" y="26366"/>
                </a:cubicBezTo>
                <a:lnTo>
                  <a:pt x="1209" y="26366"/>
                </a:lnTo>
                <a:lnTo>
                  <a:pt x="1209" y="26856"/>
                </a:lnTo>
                <a:lnTo>
                  <a:pt x="211" y="26856"/>
                </a:lnTo>
                <a:cubicBezTo>
                  <a:pt x="94" y="26856"/>
                  <a:pt x="1" y="26950"/>
                  <a:pt x="1" y="27067"/>
                </a:cubicBezTo>
                <a:lnTo>
                  <a:pt x="1" y="27351"/>
                </a:lnTo>
                <a:cubicBezTo>
                  <a:pt x="1" y="27468"/>
                  <a:pt x="94" y="27561"/>
                  <a:pt x="211" y="27561"/>
                </a:cubicBezTo>
                <a:lnTo>
                  <a:pt x="1296" y="27561"/>
                </a:lnTo>
                <a:lnTo>
                  <a:pt x="1495" y="27644"/>
                </a:lnTo>
                <a:cubicBezTo>
                  <a:pt x="2634" y="28935"/>
                  <a:pt x="3805" y="29586"/>
                  <a:pt x="4991" y="29586"/>
                </a:cubicBezTo>
                <a:cubicBezTo>
                  <a:pt x="5068" y="29586"/>
                  <a:pt x="5145" y="29583"/>
                  <a:pt x="5222" y="29578"/>
                </a:cubicBezTo>
                <a:lnTo>
                  <a:pt x="5222" y="58992"/>
                </a:lnTo>
                <a:lnTo>
                  <a:pt x="4430" y="58992"/>
                </a:lnTo>
                <a:cubicBezTo>
                  <a:pt x="4175" y="58992"/>
                  <a:pt x="3969" y="59183"/>
                  <a:pt x="3969" y="59420"/>
                </a:cubicBezTo>
                <a:lnTo>
                  <a:pt x="3969" y="69999"/>
                </a:lnTo>
                <a:cubicBezTo>
                  <a:pt x="3969" y="70236"/>
                  <a:pt x="4175" y="70427"/>
                  <a:pt x="4430" y="70427"/>
                </a:cubicBezTo>
                <a:lnTo>
                  <a:pt x="6796" y="70427"/>
                </a:lnTo>
                <a:cubicBezTo>
                  <a:pt x="7052" y="70427"/>
                  <a:pt x="7259" y="70236"/>
                  <a:pt x="7259" y="69999"/>
                </a:cubicBezTo>
                <a:lnTo>
                  <a:pt x="7259" y="59420"/>
                </a:lnTo>
                <a:cubicBezTo>
                  <a:pt x="7259" y="59183"/>
                  <a:pt x="7052" y="58992"/>
                  <a:pt x="6796" y="58992"/>
                </a:cubicBezTo>
                <a:lnTo>
                  <a:pt x="6004" y="58992"/>
                </a:lnTo>
                <a:lnTo>
                  <a:pt x="6004" y="29427"/>
                </a:lnTo>
                <a:cubicBezTo>
                  <a:pt x="6054" y="29412"/>
                  <a:pt x="6104" y="29394"/>
                  <a:pt x="6153" y="29377"/>
                </a:cubicBezTo>
                <a:cubicBezTo>
                  <a:pt x="6493" y="29480"/>
                  <a:pt x="6835" y="29533"/>
                  <a:pt x="7177" y="29533"/>
                </a:cubicBezTo>
                <a:cubicBezTo>
                  <a:pt x="7455" y="29533"/>
                  <a:pt x="7731" y="29499"/>
                  <a:pt x="8008" y="29430"/>
                </a:cubicBezTo>
                <a:cubicBezTo>
                  <a:pt x="8531" y="29300"/>
                  <a:pt x="9045" y="29044"/>
                  <a:pt x="9545" y="28678"/>
                </a:cubicBezTo>
                <a:cubicBezTo>
                  <a:pt x="10404" y="29322"/>
                  <a:pt x="11314" y="29651"/>
                  <a:pt x="12250" y="29651"/>
                </a:cubicBezTo>
                <a:cubicBezTo>
                  <a:pt x="12558" y="29651"/>
                  <a:pt x="12869" y="29614"/>
                  <a:pt x="13183" y="29542"/>
                </a:cubicBezTo>
                <a:cubicBezTo>
                  <a:pt x="13486" y="29613"/>
                  <a:pt x="13791" y="29651"/>
                  <a:pt x="14100" y="29651"/>
                </a:cubicBezTo>
                <a:cubicBezTo>
                  <a:pt x="14437" y="29651"/>
                  <a:pt x="14776" y="29609"/>
                  <a:pt x="15118" y="29524"/>
                </a:cubicBezTo>
                <a:cubicBezTo>
                  <a:pt x="15770" y="29361"/>
                  <a:pt x="16426" y="29037"/>
                  <a:pt x="17065" y="28570"/>
                </a:cubicBezTo>
                <a:lnTo>
                  <a:pt x="17065" y="56662"/>
                </a:lnTo>
                <a:lnTo>
                  <a:pt x="16111" y="56662"/>
                </a:lnTo>
                <a:cubicBezTo>
                  <a:pt x="15805" y="56662"/>
                  <a:pt x="15555" y="56892"/>
                  <a:pt x="15555" y="57177"/>
                </a:cubicBezTo>
                <a:lnTo>
                  <a:pt x="15555" y="69902"/>
                </a:lnTo>
                <a:cubicBezTo>
                  <a:pt x="15555" y="70186"/>
                  <a:pt x="15805" y="70416"/>
                  <a:pt x="16111" y="70416"/>
                </a:cubicBezTo>
                <a:lnTo>
                  <a:pt x="18958" y="70416"/>
                </a:lnTo>
                <a:cubicBezTo>
                  <a:pt x="19264" y="70416"/>
                  <a:pt x="19513" y="70186"/>
                  <a:pt x="19513" y="69902"/>
                </a:cubicBezTo>
                <a:lnTo>
                  <a:pt x="19513" y="57177"/>
                </a:lnTo>
                <a:cubicBezTo>
                  <a:pt x="19513" y="56892"/>
                  <a:pt x="19264" y="56662"/>
                  <a:pt x="18958" y="56662"/>
                </a:cubicBezTo>
                <a:lnTo>
                  <a:pt x="18005" y="56662"/>
                </a:lnTo>
                <a:lnTo>
                  <a:pt x="18005" y="27771"/>
                </a:lnTo>
                <a:cubicBezTo>
                  <a:pt x="18568" y="27219"/>
                  <a:pt x="19107" y="26556"/>
                  <a:pt x="19607" y="25794"/>
                </a:cubicBezTo>
                <a:cubicBezTo>
                  <a:pt x="20659" y="24189"/>
                  <a:pt x="21505" y="22202"/>
                  <a:pt x="22051" y="20083"/>
                </a:cubicBezTo>
                <a:cubicBezTo>
                  <a:pt x="22778" y="20682"/>
                  <a:pt x="23605" y="20994"/>
                  <a:pt x="24498" y="20994"/>
                </a:cubicBezTo>
                <a:cubicBezTo>
                  <a:pt x="24800" y="20994"/>
                  <a:pt x="25111" y="20959"/>
                  <a:pt x="25427" y="20887"/>
                </a:cubicBezTo>
                <a:cubicBezTo>
                  <a:pt x="25489" y="20872"/>
                  <a:pt x="25550" y="20857"/>
                  <a:pt x="25612" y="20840"/>
                </a:cubicBezTo>
                <a:cubicBezTo>
                  <a:pt x="25969" y="20942"/>
                  <a:pt x="26342" y="20995"/>
                  <a:pt x="26727" y="20995"/>
                </a:cubicBezTo>
                <a:cubicBezTo>
                  <a:pt x="27068" y="20995"/>
                  <a:pt x="27420" y="20955"/>
                  <a:pt x="27780" y="20872"/>
                </a:cubicBezTo>
                <a:cubicBezTo>
                  <a:pt x="28531" y="20701"/>
                  <a:pt x="29302" y="20353"/>
                  <a:pt x="30063" y="19846"/>
                </a:cubicBezTo>
                <a:lnTo>
                  <a:pt x="30063" y="54153"/>
                </a:lnTo>
                <a:lnTo>
                  <a:pt x="28830" y="54153"/>
                </a:lnTo>
                <a:cubicBezTo>
                  <a:pt x="28432" y="54153"/>
                  <a:pt x="28111" y="54451"/>
                  <a:pt x="28111" y="54819"/>
                </a:cubicBezTo>
                <a:lnTo>
                  <a:pt x="28111" y="71289"/>
                </a:lnTo>
                <a:cubicBezTo>
                  <a:pt x="28111" y="71657"/>
                  <a:pt x="28432" y="71956"/>
                  <a:pt x="28830" y="71956"/>
                </a:cubicBezTo>
                <a:lnTo>
                  <a:pt x="32514" y="71956"/>
                </a:lnTo>
                <a:cubicBezTo>
                  <a:pt x="32911" y="71956"/>
                  <a:pt x="33234" y="71657"/>
                  <a:pt x="33234" y="71289"/>
                </a:cubicBezTo>
                <a:lnTo>
                  <a:pt x="33234" y="54819"/>
                </a:lnTo>
                <a:cubicBezTo>
                  <a:pt x="33234" y="54451"/>
                  <a:pt x="32911" y="54153"/>
                  <a:pt x="32514" y="54153"/>
                </a:cubicBezTo>
                <a:lnTo>
                  <a:pt x="31280" y="54153"/>
                </a:lnTo>
                <a:lnTo>
                  <a:pt x="31280" y="18891"/>
                </a:lnTo>
                <a:cubicBezTo>
                  <a:pt x="34159" y="16286"/>
                  <a:pt x="36688" y="11427"/>
                  <a:pt x="37293" y="5260"/>
                </a:cubicBezTo>
                <a:lnTo>
                  <a:pt x="37394" y="5218"/>
                </a:lnTo>
                <a:lnTo>
                  <a:pt x="39083" y="5218"/>
                </a:lnTo>
                <a:cubicBezTo>
                  <a:pt x="39265" y="5218"/>
                  <a:pt x="39412" y="5071"/>
                  <a:pt x="39412" y="4890"/>
                </a:cubicBezTo>
                <a:lnTo>
                  <a:pt x="39412" y="4448"/>
                </a:lnTo>
                <a:cubicBezTo>
                  <a:pt x="39412" y="4267"/>
                  <a:pt x="39265" y="4120"/>
                  <a:pt x="39084" y="4120"/>
                </a:cubicBezTo>
                <a:lnTo>
                  <a:pt x="37585" y="4120"/>
                </a:lnTo>
                <a:lnTo>
                  <a:pt x="37585" y="3325"/>
                </a:lnTo>
                <a:lnTo>
                  <a:pt x="38531" y="3325"/>
                </a:lnTo>
                <a:cubicBezTo>
                  <a:pt x="38531" y="2719"/>
                  <a:pt x="38040" y="2229"/>
                  <a:pt x="37435" y="2229"/>
                </a:cubicBezTo>
                <a:cubicBezTo>
                  <a:pt x="36831" y="2229"/>
                  <a:pt x="36340" y="2720"/>
                  <a:pt x="36340" y="3325"/>
                </a:cubicBezTo>
                <a:lnTo>
                  <a:pt x="37286" y="3325"/>
                </a:lnTo>
                <a:lnTo>
                  <a:pt x="37286" y="4120"/>
                </a:lnTo>
                <a:lnTo>
                  <a:pt x="34728" y="4120"/>
                </a:lnTo>
                <a:lnTo>
                  <a:pt x="34728" y="3325"/>
                </a:lnTo>
                <a:lnTo>
                  <a:pt x="35674" y="3325"/>
                </a:lnTo>
                <a:cubicBezTo>
                  <a:pt x="35674" y="2719"/>
                  <a:pt x="35184" y="2229"/>
                  <a:pt x="34579" y="2229"/>
                </a:cubicBezTo>
                <a:cubicBezTo>
                  <a:pt x="33973" y="2229"/>
                  <a:pt x="33482" y="2720"/>
                  <a:pt x="33482" y="3325"/>
                </a:cubicBezTo>
                <a:lnTo>
                  <a:pt x="34429" y="3325"/>
                </a:lnTo>
                <a:lnTo>
                  <a:pt x="34429" y="4120"/>
                </a:lnTo>
                <a:lnTo>
                  <a:pt x="31282" y="4120"/>
                </a:lnTo>
                <a:lnTo>
                  <a:pt x="31282" y="364"/>
                </a:lnTo>
                <a:cubicBezTo>
                  <a:pt x="31282" y="164"/>
                  <a:pt x="31118" y="1"/>
                  <a:pt x="3091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2"/>
              </a:solidFill>
              <a:latin typeface="Arial"/>
              <a:ea typeface="Arial"/>
              <a:cs typeface="Arial"/>
              <a:sym typeface="Arial"/>
            </a:endParaRPr>
          </a:p>
        </p:txBody>
      </p:sp>
      <p:sp>
        <p:nvSpPr>
          <p:cNvPr id="363" name="Google Shape;363;p33"/>
          <p:cNvSpPr txBox="1"/>
          <p:nvPr>
            <p:ph idx="4294967295" type="ctrTitle"/>
          </p:nvPr>
        </p:nvSpPr>
        <p:spPr>
          <a:xfrm>
            <a:off x="361025" y="1821875"/>
            <a:ext cx="7851300" cy="20973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0"/>
              </a:spcBef>
              <a:spcAft>
                <a:spcPts val="0"/>
              </a:spcAft>
              <a:buClr>
                <a:schemeClr val="dk1"/>
              </a:buClr>
              <a:buSzPts val="5200"/>
              <a:buFont typeface="Epilogue"/>
              <a:buNone/>
            </a:pPr>
            <a:r>
              <a:rPr i="0" lang="en" sz="2200" u="none" cap="none" strike="noStrike">
                <a:solidFill>
                  <a:srgbClr val="000000"/>
                </a:solidFill>
              </a:rPr>
              <a:t>Design and Development of a Communicable Fault Passage Indicator for Low Voltage Distribution </a:t>
            </a:r>
            <a:r>
              <a:rPr lang="en" sz="2200">
                <a:solidFill>
                  <a:srgbClr val="000000"/>
                </a:solidFill>
              </a:rPr>
              <a:t>Lines</a:t>
            </a:r>
            <a:r>
              <a:rPr i="0" lang="en" sz="2200" u="none" cap="none" strike="noStrike">
                <a:solidFill>
                  <a:srgbClr val="000000"/>
                </a:solidFill>
              </a:rPr>
              <a:t> in Bangladesh.</a:t>
            </a:r>
            <a:endParaRPr i="0" sz="2200" u="none" cap="none" strike="noStrike">
              <a:solidFill>
                <a:srgbClr val="000000"/>
              </a:solidFill>
            </a:endParaRPr>
          </a:p>
          <a:p>
            <a:pPr indent="0" lvl="0" marL="0" marR="0" rtl="0" algn="l">
              <a:lnSpc>
                <a:spcPct val="100000"/>
              </a:lnSpc>
              <a:spcBef>
                <a:spcPts val="0"/>
              </a:spcBef>
              <a:spcAft>
                <a:spcPts val="0"/>
              </a:spcAft>
              <a:buClr>
                <a:srgbClr val="000000"/>
              </a:buClr>
              <a:buSzPts val="3200"/>
              <a:buFont typeface="Arial"/>
              <a:buNone/>
            </a:pPr>
            <a:r>
              <a:t/>
            </a:r>
            <a:endParaRPr sz="1200">
              <a:solidFill>
                <a:srgbClr val="000000"/>
              </a:solidFill>
            </a:endParaRPr>
          </a:p>
          <a:p>
            <a:pPr indent="0" lvl="0" marL="0" rtl="0" algn="l">
              <a:lnSpc>
                <a:spcPct val="115000"/>
              </a:lnSpc>
              <a:spcBef>
                <a:spcPts val="0"/>
              </a:spcBef>
              <a:spcAft>
                <a:spcPts val="0"/>
              </a:spcAft>
              <a:buClr>
                <a:srgbClr val="000000"/>
              </a:buClr>
              <a:buSzPts val="1800"/>
              <a:buFont typeface="Arial"/>
              <a:buNone/>
            </a:pPr>
            <a:r>
              <a:t/>
            </a:r>
            <a:endParaRPr sz="1200">
              <a:solidFill>
                <a:srgbClr val="000000"/>
              </a:solidFill>
            </a:endParaRPr>
          </a:p>
          <a:p>
            <a:pPr indent="0" lvl="0" marL="0" marR="0" rtl="0" algn="l">
              <a:lnSpc>
                <a:spcPct val="100000"/>
              </a:lnSpc>
              <a:spcBef>
                <a:spcPts val="0"/>
              </a:spcBef>
              <a:spcAft>
                <a:spcPts val="0"/>
              </a:spcAft>
              <a:buClr>
                <a:srgbClr val="000000"/>
              </a:buClr>
              <a:buSzPts val="3200"/>
              <a:buFont typeface="Arial"/>
              <a:buNone/>
            </a:pPr>
            <a:r>
              <a:t/>
            </a:r>
            <a:endParaRPr sz="1500">
              <a:solidFill>
                <a:srgbClr val="000000"/>
              </a:solidFill>
            </a:endParaRPr>
          </a:p>
          <a:p>
            <a:pPr indent="0" lvl="0" marL="0" marR="0" rtl="0" algn="l">
              <a:lnSpc>
                <a:spcPct val="100000"/>
              </a:lnSpc>
              <a:spcBef>
                <a:spcPts val="0"/>
              </a:spcBef>
              <a:spcAft>
                <a:spcPts val="0"/>
              </a:spcAft>
              <a:buClr>
                <a:srgbClr val="000000"/>
              </a:buClr>
              <a:buSzPts val="3200"/>
              <a:buFont typeface="Arial"/>
              <a:buNone/>
            </a:pPr>
            <a:r>
              <a:t/>
            </a:r>
            <a:endParaRPr sz="1500">
              <a:solidFill>
                <a:srgbClr val="000000"/>
              </a:solidFill>
            </a:endParaRPr>
          </a:p>
          <a:p>
            <a:pPr indent="0" lvl="0" marL="0" marR="0" rtl="0" algn="l">
              <a:lnSpc>
                <a:spcPct val="100000"/>
              </a:lnSpc>
              <a:spcBef>
                <a:spcPts val="0"/>
              </a:spcBef>
              <a:spcAft>
                <a:spcPts val="0"/>
              </a:spcAft>
              <a:buClr>
                <a:srgbClr val="000000"/>
              </a:buClr>
              <a:buSzPts val="3200"/>
              <a:buFont typeface="Arial"/>
              <a:buNone/>
            </a:pPr>
            <a:r>
              <a:t/>
            </a:r>
            <a:endParaRPr sz="1500">
              <a:solidFill>
                <a:srgbClr val="000000"/>
              </a:solidFill>
            </a:endParaRPr>
          </a:p>
          <a:p>
            <a:pPr indent="0" lvl="0" marL="0" marR="0" rtl="0" algn="l">
              <a:lnSpc>
                <a:spcPct val="100000"/>
              </a:lnSpc>
              <a:spcBef>
                <a:spcPts val="0"/>
              </a:spcBef>
              <a:spcAft>
                <a:spcPts val="0"/>
              </a:spcAft>
              <a:buClr>
                <a:srgbClr val="000000"/>
              </a:buClr>
              <a:buSzPts val="3200"/>
              <a:buFont typeface="Arial"/>
              <a:buNone/>
            </a:pPr>
            <a:r>
              <a:t/>
            </a:r>
            <a:endParaRPr i="0" sz="1500" u="none" cap="none" strike="noStrike">
              <a:solidFill>
                <a:srgbClr val="000000"/>
              </a:solidFill>
            </a:endParaRPr>
          </a:p>
          <a:p>
            <a:pPr indent="0" lvl="0" marL="0" marR="0" rtl="0" algn="l">
              <a:lnSpc>
                <a:spcPct val="100000"/>
              </a:lnSpc>
              <a:spcBef>
                <a:spcPts val="0"/>
              </a:spcBef>
              <a:spcAft>
                <a:spcPts val="0"/>
              </a:spcAft>
              <a:buClr>
                <a:srgbClr val="000000"/>
              </a:buClr>
              <a:buSzPts val="3200"/>
              <a:buFont typeface="Arial"/>
              <a:buNone/>
            </a:pPr>
            <a:r>
              <a:t/>
            </a:r>
            <a:endParaRPr sz="2400">
              <a:solidFill>
                <a:srgbClr val="000000"/>
              </a:solidFill>
            </a:endParaRPr>
          </a:p>
          <a:p>
            <a:pPr indent="0" lvl="0" marL="0" marR="0" rtl="0" algn="ctr">
              <a:lnSpc>
                <a:spcPct val="115000"/>
              </a:lnSpc>
              <a:spcBef>
                <a:spcPts val="0"/>
              </a:spcBef>
              <a:spcAft>
                <a:spcPts val="0"/>
              </a:spcAft>
              <a:buClr>
                <a:schemeClr val="dk1"/>
              </a:buClr>
              <a:buSzPts val="5200"/>
              <a:buFont typeface="Epilogue"/>
              <a:buNone/>
            </a:pPr>
            <a:r>
              <a:t/>
            </a:r>
            <a:endParaRPr i="0" sz="2400" u="none" cap="none" strike="noStrike">
              <a:solidFill>
                <a:schemeClr val="dk1"/>
              </a:solidFill>
            </a:endParaRPr>
          </a:p>
        </p:txBody>
      </p:sp>
      <p:sp>
        <p:nvSpPr>
          <p:cNvPr id="364" name="Google Shape;364;p33"/>
          <p:cNvSpPr txBox="1"/>
          <p:nvPr/>
        </p:nvSpPr>
        <p:spPr>
          <a:xfrm>
            <a:off x="1196500" y="2093250"/>
            <a:ext cx="5839500" cy="47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latin typeface="Epilogue"/>
                <a:ea typeface="Epilogue"/>
                <a:cs typeface="Epilogue"/>
                <a:sym typeface="Epilogue"/>
              </a:rPr>
              <a:t>Fall 2025 FYDP-P Final Presentation</a:t>
            </a:r>
            <a:endParaRPr b="1" sz="1600">
              <a:latin typeface="Epilogue"/>
              <a:ea typeface="Epilogue"/>
              <a:cs typeface="Epilogue"/>
              <a:sym typeface="Epilogue"/>
            </a:endParaRPr>
          </a:p>
          <a:p>
            <a:pPr indent="0" lvl="0" marL="0" rtl="0" algn="ctr">
              <a:spcBef>
                <a:spcPts val="0"/>
              </a:spcBef>
              <a:spcAft>
                <a:spcPts val="0"/>
              </a:spcAft>
              <a:buNone/>
            </a:pPr>
            <a:r>
              <a:rPr b="1" lang="en" sz="1600">
                <a:latin typeface="Epilogue"/>
                <a:ea typeface="Epilogue"/>
                <a:cs typeface="Epilogue"/>
                <a:sym typeface="Epilogue"/>
              </a:rPr>
              <a:t>ATC4 </a:t>
            </a:r>
            <a:endParaRPr sz="1600">
              <a:latin typeface="Epilogue"/>
              <a:ea typeface="Epilogue"/>
              <a:cs typeface="Epilogue"/>
              <a:sym typeface="Epilogue"/>
            </a:endParaRPr>
          </a:p>
        </p:txBody>
      </p:sp>
      <p:sp>
        <p:nvSpPr>
          <p:cNvPr id="365" name="Google Shape;365;p33"/>
          <p:cNvSpPr txBox="1"/>
          <p:nvPr/>
        </p:nvSpPr>
        <p:spPr>
          <a:xfrm>
            <a:off x="1402000" y="2811275"/>
            <a:ext cx="4567200" cy="2097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200">
                <a:latin typeface="Epilogue"/>
                <a:ea typeface="Epilogue"/>
                <a:cs typeface="Epilogue"/>
                <a:sym typeface="Epilogue"/>
              </a:rPr>
              <a:t>                                </a:t>
            </a:r>
            <a:r>
              <a:rPr b="1" lang="en">
                <a:latin typeface="Epilogue"/>
                <a:ea typeface="Epilogue"/>
                <a:cs typeface="Epilogue"/>
                <a:sym typeface="Epilogue"/>
              </a:rPr>
              <a:t>Aban Ahmad (22221072)</a:t>
            </a:r>
            <a:endParaRPr b="1">
              <a:latin typeface="Epilogue"/>
              <a:ea typeface="Epilogue"/>
              <a:cs typeface="Epilogue"/>
              <a:sym typeface="Epilogue"/>
            </a:endParaRPr>
          </a:p>
          <a:p>
            <a:pPr indent="0" lvl="0" marL="0" rtl="0" algn="ctr">
              <a:lnSpc>
                <a:spcPct val="115000"/>
              </a:lnSpc>
              <a:spcBef>
                <a:spcPts val="0"/>
              </a:spcBef>
              <a:spcAft>
                <a:spcPts val="0"/>
              </a:spcAft>
              <a:buNone/>
            </a:pPr>
            <a:r>
              <a:rPr b="1" lang="en">
                <a:latin typeface="Epilogue"/>
                <a:ea typeface="Epilogue"/>
                <a:cs typeface="Epilogue"/>
                <a:sym typeface="Epilogue"/>
              </a:rPr>
              <a:t>                          Shahriar Ahmed (22221127)</a:t>
            </a:r>
            <a:endParaRPr b="1">
              <a:latin typeface="Epilogue"/>
              <a:ea typeface="Epilogue"/>
              <a:cs typeface="Epilogue"/>
              <a:sym typeface="Epilogue"/>
            </a:endParaRPr>
          </a:p>
          <a:p>
            <a:pPr indent="0" lvl="0" marL="0" rtl="0" algn="ctr">
              <a:lnSpc>
                <a:spcPct val="115000"/>
              </a:lnSpc>
              <a:spcBef>
                <a:spcPts val="0"/>
              </a:spcBef>
              <a:spcAft>
                <a:spcPts val="0"/>
              </a:spcAft>
              <a:buNone/>
            </a:pPr>
            <a:r>
              <a:rPr b="1" lang="en">
                <a:latin typeface="Epilogue"/>
                <a:ea typeface="Epilogue"/>
                <a:cs typeface="Epilogue"/>
                <a:sym typeface="Epilogue"/>
              </a:rPr>
              <a:t>                        </a:t>
            </a:r>
            <a:r>
              <a:rPr b="1" lang="en">
                <a:latin typeface="Epilogue"/>
                <a:ea typeface="Epilogue"/>
                <a:cs typeface="Epilogue"/>
                <a:sym typeface="Epilogue"/>
              </a:rPr>
              <a:t>Daiyan Ibnul Aswad (22221012)</a:t>
            </a:r>
            <a:endParaRPr b="1">
              <a:latin typeface="Epilogue"/>
              <a:ea typeface="Epilogue"/>
              <a:cs typeface="Epilogue"/>
              <a:sym typeface="Epilogue"/>
            </a:endParaRPr>
          </a:p>
          <a:p>
            <a:pPr indent="0" lvl="0" marL="0" rtl="0" algn="ctr">
              <a:lnSpc>
                <a:spcPct val="75000"/>
              </a:lnSpc>
              <a:spcBef>
                <a:spcPts val="0"/>
              </a:spcBef>
              <a:spcAft>
                <a:spcPts val="0"/>
              </a:spcAft>
              <a:buNone/>
            </a:pPr>
            <a:r>
              <a:rPr b="1" lang="en">
                <a:latin typeface="Epilogue"/>
                <a:ea typeface="Epilogue"/>
                <a:cs typeface="Epilogue"/>
                <a:sym typeface="Epilogue"/>
              </a:rPr>
              <a:t>                        Maisha Mahjabin Nidhi (22321071)</a:t>
            </a:r>
            <a:endParaRPr b="1">
              <a:solidFill>
                <a:schemeClr val="dk1"/>
              </a:solidFill>
              <a:latin typeface="Epilogue"/>
              <a:ea typeface="Epilogue"/>
              <a:cs typeface="Epilogue"/>
              <a:sym typeface="Epilogue"/>
            </a:endParaRPr>
          </a:p>
          <a:p>
            <a:pPr indent="0" lvl="0" marL="0" rtl="0" algn="ctr">
              <a:lnSpc>
                <a:spcPct val="115000"/>
              </a:lnSpc>
              <a:spcBef>
                <a:spcPts val="0"/>
              </a:spcBef>
              <a:spcAft>
                <a:spcPts val="0"/>
              </a:spcAft>
              <a:buNone/>
            </a:pPr>
            <a:r>
              <a:t/>
            </a:r>
            <a:endParaRPr b="1" sz="1200">
              <a:latin typeface="Epilogue"/>
              <a:ea typeface="Epilogue"/>
              <a:cs typeface="Epilogue"/>
              <a:sym typeface="Epilogue"/>
            </a:endParaRPr>
          </a:p>
        </p:txBody>
      </p:sp>
      <p:sp>
        <p:nvSpPr>
          <p:cNvPr id="366" name="Google Shape;366;p33"/>
          <p:cNvSpPr txBox="1"/>
          <p:nvPr/>
        </p:nvSpPr>
        <p:spPr>
          <a:xfrm>
            <a:off x="508075" y="3919175"/>
            <a:ext cx="3545100" cy="98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Epilogue"/>
                <a:ea typeface="Epilogue"/>
                <a:cs typeface="Epilogue"/>
                <a:sym typeface="Epilogue"/>
              </a:rPr>
              <a:t>ATC Panel Member : </a:t>
            </a:r>
            <a:endParaRPr b="1">
              <a:latin typeface="Epilogue"/>
              <a:ea typeface="Epilogue"/>
              <a:cs typeface="Epilogue"/>
              <a:sym typeface="Epilogue"/>
            </a:endParaRPr>
          </a:p>
          <a:p>
            <a:pPr indent="0" lvl="0" marL="0" rtl="0" algn="l">
              <a:spcBef>
                <a:spcPts val="0"/>
              </a:spcBef>
              <a:spcAft>
                <a:spcPts val="0"/>
              </a:spcAft>
              <a:buNone/>
            </a:pPr>
            <a:r>
              <a:rPr b="1" lang="en">
                <a:latin typeface="Epilogue"/>
                <a:ea typeface="Epilogue"/>
                <a:cs typeface="Epilogue"/>
                <a:sym typeface="Epilogue"/>
              </a:rPr>
              <a:t>Dr. Mohammed Belal Hossain Bhuian (Chair) </a:t>
            </a:r>
            <a:endParaRPr b="1">
              <a:latin typeface="Epilogue"/>
              <a:ea typeface="Epilogue"/>
              <a:cs typeface="Epilogue"/>
              <a:sym typeface="Epilogue"/>
            </a:endParaRPr>
          </a:p>
          <a:p>
            <a:pPr indent="0" lvl="0" marL="0" rtl="0" algn="l">
              <a:spcBef>
                <a:spcPts val="0"/>
              </a:spcBef>
              <a:spcAft>
                <a:spcPts val="0"/>
              </a:spcAft>
              <a:buNone/>
            </a:pPr>
            <a:r>
              <a:rPr b="1" lang="en">
                <a:latin typeface="Epilogue"/>
                <a:ea typeface="Epilogue"/>
                <a:cs typeface="Epilogue"/>
                <a:sym typeface="Epilogue"/>
              </a:rPr>
              <a:t>Md. Mahmudul Islam</a:t>
            </a:r>
            <a:endParaRPr b="1">
              <a:latin typeface="Epilogue"/>
              <a:ea typeface="Epilogue"/>
              <a:cs typeface="Epilogue"/>
              <a:sym typeface="Epilogue"/>
            </a:endParaRPr>
          </a:p>
          <a:p>
            <a:pPr indent="0" lvl="0" marL="0" rtl="0" algn="l">
              <a:spcBef>
                <a:spcPts val="0"/>
              </a:spcBef>
              <a:spcAft>
                <a:spcPts val="0"/>
              </a:spcAft>
              <a:buNone/>
            </a:pPr>
            <a:r>
              <a:rPr b="1" lang="en">
                <a:latin typeface="Epilogue"/>
                <a:ea typeface="Epilogue"/>
                <a:cs typeface="Epilogue"/>
                <a:sym typeface="Epilogue"/>
              </a:rPr>
              <a:t>Sabbir Ahmed</a:t>
            </a:r>
            <a:r>
              <a:rPr lang="en">
                <a:latin typeface="Epilogue"/>
                <a:ea typeface="Epilogue"/>
                <a:cs typeface="Epilogue"/>
                <a:sym typeface="Epilogue"/>
              </a:rPr>
              <a:t> </a:t>
            </a:r>
            <a:endParaRPr>
              <a:latin typeface="Epilogue"/>
              <a:ea typeface="Epilogue"/>
              <a:cs typeface="Epilogue"/>
              <a:sym typeface="Epilogue"/>
            </a:endParaRPr>
          </a:p>
        </p:txBody>
      </p:sp>
      <p:sp>
        <p:nvSpPr>
          <p:cNvPr id="367" name="Google Shape;367;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4"/>
          <p:cNvSpPr txBox="1"/>
          <p:nvPr/>
        </p:nvSpPr>
        <p:spPr>
          <a:xfrm>
            <a:off x="396050" y="151125"/>
            <a:ext cx="68268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 sz="2400" u="none" cap="none" strike="noStrike">
                <a:latin typeface="Epilogue"/>
                <a:ea typeface="Epilogue"/>
                <a:cs typeface="Epilogue"/>
                <a:sym typeface="Epilogue"/>
              </a:rPr>
              <a:t>Background Research</a:t>
            </a:r>
            <a:endParaRPr b="1" i="0" sz="2400" u="none" cap="none" strike="noStrike">
              <a:latin typeface="Epilogue"/>
              <a:ea typeface="Epilogue"/>
              <a:cs typeface="Epilogue"/>
              <a:sym typeface="Epilogue"/>
            </a:endParaRPr>
          </a:p>
        </p:txBody>
      </p:sp>
      <p:sp>
        <p:nvSpPr>
          <p:cNvPr id="373" name="Google Shape;373;p34"/>
          <p:cNvSpPr txBox="1"/>
          <p:nvPr/>
        </p:nvSpPr>
        <p:spPr>
          <a:xfrm>
            <a:off x="396050" y="1034550"/>
            <a:ext cx="8042100" cy="3074400"/>
          </a:xfrm>
          <a:prstGeom prst="rect">
            <a:avLst/>
          </a:prstGeom>
          <a:noFill/>
          <a:ln>
            <a:noFill/>
          </a:ln>
        </p:spPr>
        <p:txBody>
          <a:bodyPr anchorCtr="0" anchor="t" bIns="91425" lIns="91425" spcFirstLastPara="1" rIns="91425" wrap="square" tIns="91425">
            <a:noAutofit/>
          </a:bodyPr>
          <a:lstStyle/>
          <a:p>
            <a:pPr indent="-330200" lvl="0" marL="457200" marR="0" rtl="0" algn="just">
              <a:lnSpc>
                <a:spcPct val="100000"/>
              </a:lnSpc>
              <a:spcBef>
                <a:spcPts val="0"/>
              </a:spcBef>
              <a:spcAft>
                <a:spcPts val="0"/>
              </a:spcAft>
              <a:buClr>
                <a:srgbClr val="000000"/>
              </a:buClr>
              <a:buSzPts val="1600"/>
              <a:buFont typeface="Alexandria"/>
              <a:buChar char="●"/>
            </a:pPr>
            <a:r>
              <a:rPr i="0" lang="en" sz="1600" u="none" cap="none" strike="noStrike">
                <a:solidFill>
                  <a:srgbClr val="000000"/>
                </a:solidFill>
                <a:latin typeface="Alexandria"/>
                <a:ea typeface="Alexandria"/>
                <a:cs typeface="Alexandria"/>
                <a:sym typeface="Alexandria"/>
              </a:rPr>
              <a:t>Bangladesh’s distribution network experiences technical (10–15%) and non-technical (5–10%) losses despite sufficient generation capacity, indicating inefficiencies at the distribution level. (According to DPDC)</a:t>
            </a:r>
            <a:br>
              <a:rPr i="0" lang="en" sz="1600" u="none" cap="none" strike="noStrike">
                <a:solidFill>
                  <a:srgbClr val="000000"/>
                </a:solidFill>
                <a:latin typeface="Alexandria"/>
                <a:ea typeface="Alexandria"/>
                <a:cs typeface="Alexandria"/>
                <a:sym typeface="Alexandria"/>
              </a:rPr>
            </a:br>
            <a:endParaRPr i="0" sz="1600" u="none" cap="none" strike="noStrike">
              <a:solidFill>
                <a:srgbClr val="000000"/>
              </a:solidFill>
              <a:latin typeface="Alexandria"/>
              <a:ea typeface="Alexandria"/>
              <a:cs typeface="Alexandria"/>
              <a:sym typeface="Alexandria"/>
            </a:endParaRPr>
          </a:p>
          <a:p>
            <a:pPr indent="-330200" lvl="0" marL="457200" marR="0" rtl="0" algn="just">
              <a:lnSpc>
                <a:spcPct val="100000"/>
              </a:lnSpc>
              <a:spcBef>
                <a:spcPts val="0"/>
              </a:spcBef>
              <a:spcAft>
                <a:spcPts val="0"/>
              </a:spcAft>
              <a:buClr>
                <a:srgbClr val="000000"/>
              </a:buClr>
              <a:buSzPts val="1600"/>
              <a:buFont typeface="Alexandria"/>
              <a:buChar char="●"/>
            </a:pPr>
            <a:r>
              <a:rPr i="0" lang="en" sz="1600" u="none" cap="none" strike="noStrike">
                <a:solidFill>
                  <a:srgbClr val="000000"/>
                </a:solidFill>
                <a:latin typeface="Alexandria"/>
                <a:ea typeface="Alexandria"/>
                <a:cs typeface="Alexandria"/>
                <a:sym typeface="Alexandria"/>
              </a:rPr>
              <a:t>Electricity theft, meter tampering, and undetected faults significantly reduce utility revenue and degrade overall power quality. </a:t>
            </a:r>
            <a:r>
              <a:rPr lang="en" sz="1600">
                <a:latin typeface="Alexandria"/>
                <a:ea typeface="Alexandria"/>
                <a:cs typeface="Alexandria"/>
                <a:sym typeface="Alexandria"/>
              </a:rPr>
              <a:t>[2]</a:t>
            </a:r>
            <a:br>
              <a:rPr i="0" lang="en" sz="1600" u="none" cap="none" strike="noStrike">
                <a:solidFill>
                  <a:srgbClr val="000000"/>
                </a:solidFill>
                <a:latin typeface="Alexandria"/>
                <a:ea typeface="Alexandria"/>
                <a:cs typeface="Alexandria"/>
                <a:sym typeface="Alexandria"/>
              </a:rPr>
            </a:br>
            <a:endParaRPr i="0" sz="1600" u="none" cap="none" strike="noStrike">
              <a:solidFill>
                <a:srgbClr val="000000"/>
              </a:solidFill>
              <a:latin typeface="Alexandria"/>
              <a:ea typeface="Alexandria"/>
              <a:cs typeface="Alexandria"/>
              <a:sym typeface="Alexandria"/>
            </a:endParaRPr>
          </a:p>
          <a:p>
            <a:pPr indent="-330200" lvl="0" marL="457200" marR="0" rtl="0" algn="just">
              <a:lnSpc>
                <a:spcPct val="100000"/>
              </a:lnSpc>
              <a:spcBef>
                <a:spcPts val="0"/>
              </a:spcBef>
              <a:spcAft>
                <a:spcPts val="0"/>
              </a:spcAft>
              <a:buClr>
                <a:srgbClr val="000000"/>
              </a:buClr>
              <a:buSzPts val="1600"/>
              <a:buFont typeface="Alexandria"/>
              <a:buChar char="●"/>
            </a:pPr>
            <a:r>
              <a:rPr i="0" lang="en" sz="1600" u="none" cap="none" strike="noStrike">
                <a:solidFill>
                  <a:srgbClr val="000000"/>
                </a:solidFill>
                <a:latin typeface="Alexandria"/>
                <a:ea typeface="Alexandria"/>
                <a:cs typeface="Alexandria"/>
                <a:sym typeface="Alexandria"/>
              </a:rPr>
              <a:t>Existing fault localization relies on manual patrols and trial-based breaker operations, resulting in 3–4 hour fault identification delays. </a:t>
            </a:r>
            <a:r>
              <a:rPr lang="en" sz="1600">
                <a:latin typeface="Alexandria"/>
                <a:ea typeface="Alexandria"/>
                <a:cs typeface="Alexandria"/>
                <a:sym typeface="Alexandria"/>
              </a:rPr>
              <a:t>[1]</a:t>
            </a:r>
            <a:endParaRPr sz="1600">
              <a:latin typeface="Alexandria"/>
              <a:ea typeface="Alexandria"/>
              <a:cs typeface="Alexandria"/>
              <a:sym typeface="Alexandria"/>
            </a:endParaRPr>
          </a:p>
          <a:p>
            <a:pPr indent="0" lvl="0" marL="0" marR="0" rtl="0" algn="just">
              <a:lnSpc>
                <a:spcPct val="100000"/>
              </a:lnSpc>
              <a:spcBef>
                <a:spcPts val="0"/>
              </a:spcBef>
              <a:spcAft>
                <a:spcPts val="0"/>
              </a:spcAft>
              <a:buNone/>
            </a:pPr>
            <a:r>
              <a:t/>
            </a:r>
            <a:endParaRPr sz="1600">
              <a:latin typeface="Alexandria"/>
              <a:ea typeface="Alexandria"/>
              <a:cs typeface="Alexandria"/>
              <a:sym typeface="Alexandria"/>
            </a:endParaRPr>
          </a:p>
          <a:p>
            <a:pPr indent="-330200" lvl="0" marL="457200" marR="0" rtl="0" algn="just">
              <a:lnSpc>
                <a:spcPct val="100000"/>
              </a:lnSpc>
              <a:spcBef>
                <a:spcPts val="0"/>
              </a:spcBef>
              <a:spcAft>
                <a:spcPts val="0"/>
              </a:spcAft>
              <a:buClr>
                <a:srgbClr val="000000"/>
              </a:buClr>
              <a:buSzPts val="1600"/>
              <a:buFont typeface="Alexandria"/>
              <a:buChar char="●"/>
            </a:pPr>
            <a:r>
              <a:rPr i="0" lang="en" sz="1600" u="none" cap="none" strike="noStrike">
                <a:solidFill>
                  <a:srgbClr val="000000"/>
                </a:solidFill>
                <a:latin typeface="Alexandria"/>
                <a:ea typeface="Alexandria"/>
                <a:cs typeface="Alexandria"/>
                <a:sym typeface="Alexandria"/>
              </a:rPr>
              <a:t>Prolonged fault detection contributes to high SAIDI (</a:t>
            </a:r>
            <a:r>
              <a:rPr lang="en" sz="1600">
                <a:latin typeface="Alexandria"/>
                <a:ea typeface="Alexandria"/>
                <a:cs typeface="Alexandria"/>
                <a:sym typeface="Alexandria"/>
              </a:rPr>
              <a:t>S</a:t>
            </a:r>
            <a:r>
              <a:rPr i="0" lang="en" sz="1600" u="none" cap="none" strike="noStrike">
                <a:solidFill>
                  <a:srgbClr val="000000"/>
                </a:solidFill>
                <a:latin typeface="Alexandria"/>
                <a:ea typeface="Alexandria"/>
                <a:cs typeface="Alexandria"/>
                <a:sym typeface="Alexandria"/>
              </a:rPr>
              <a:t>ystem </a:t>
            </a:r>
            <a:r>
              <a:rPr lang="en" sz="1600">
                <a:latin typeface="Alexandria"/>
                <a:ea typeface="Alexandria"/>
                <a:cs typeface="Alexandria"/>
                <a:sym typeface="Alexandria"/>
              </a:rPr>
              <a:t>A</a:t>
            </a:r>
            <a:r>
              <a:rPr i="0" lang="en" sz="1600" u="none" cap="none" strike="noStrike">
                <a:solidFill>
                  <a:srgbClr val="000000"/>
                </a:solidFill>
                <a:latin typeface="Alexandria"/>
                <a:ea typeface="Alexandria"/>
                <a:cs typeface="Alexandria"/>
                <a:sym typeface="Alexandria"/>
              </a:rPr>
              <a:t>verage </a:t>
            </a:r>
            <a:r>
              <a:rPr lang="en" sz="1600">
                <a:latin typeface="Alexandria"/>
                <a:ea typeface="Alexandria"/>
                <a:cs typeface="Alexandria"/>
                <a:sym typeface="Alexandria"/>
              </a:rPr>
              <a:t>I</a:t>
            </a:r>
            <a:r>
              <a:rPr i="0" lang="en" sz="1600" u="none" cap="none" strike="noStrike">
                <a:solidFill>
                  <a:srgbClr val="000000"/>
                </a:solidFill>
                <a:latin typeface="Alexandria"/>
                <a:ea typeface="Alexandria"/>
                <a:cs typeface="Alexandria"/>
                <a:sym typeface="Alexandria"/>
              </a:rPr>
              <a:t>nterruption </a:t>
            </a:r>
            <a:r>
              <a:rPr lang="en" sz="1600">
                <a:latin typeface="Alexandria"/>
                <a:ea typeface="Alexandria"/>
                <a:cs typeface="Alexandria"/>
                <a:sym typeface="Alexandria"/>
              </a:rPr>
              <a:t>D</a:t>
            </a:r>
            <a:r>
              <a:rPr i="0" lang="en" sz="1600" u="none" cap="none" strike="noStrike">
                <a:solidFill>
                  <a:srgbClr val="000000"/>
                </a:solidFill>
                <a:latin typeface="Alexandria"/>
                <a:ea typeface="Alexandria"/>
                <a:cs typeface="Alexandria"/>
                <a:sym typeface="Alexandria"/>
              </a:rPr>
              <a:t>uration </a:t>
            </a:r>
            <a:r>
              <a:rPr lang="en" sz="1600">
                <a:latin typeface="Alexandria"/>
                <a:ea typeface="Alexandria"/>
                <a:cs typeface="Alexandria"/>
                <a:sym typeface="Alexandria"/>
              </a:rPr>
              <a:t>I</a:t>
            </a:r>
            <a:r>
              <a:rPr i="0" lang="en" sz="1600" u="none" cap="none" strike="noStrike">
                <a:solidFill>
                  <a:srgbClr val="000000"/>
                </a:solidFill>
                <a:latin typeface="Alexandria"/>
                <a:ea typeface="Alexandria"/>
                <a:cs typeface="Alexandria"/>
                <a:sym typeface="Alexandria"/>
              </a:rPr>
              <a:t>ndex) values (12–15 hours annually), particularly in rural distribution networks. </a:t>
            </a:r>
            <a:r>
              <a:rPr lang="en" sz="1600">
                <a:latin typeface="Alexandria"/>
                <a:ea typeface="Alexandria"/>
                <a:cs typeface="Alexandria"/>
                <a:sym typeface="Alexandria"/>
              </a:rPr>
              <a:t>(DPDC Annual Report 2023-2024)</a:t>
            </a:r>
            <a:endParaRPr i="0" sz="1600" u="none" cap="none" strike="noStrike">
              <a:solidFill>
                <a:schemeClr val="dk1"/>
              </a:solidFill>
              <a:latin typeface="Alexandria"/>
              <a:ea typeface="Alexandria"/>
              <a:cs typeface="Alexandria"/>
              <a:sym typeface="Alexandria"/>
            </a:endParaRPr>
          </a:p>
        </p:txBody>
      </p:sp>
      <p:sp>
        <p:nvSpPr>
          <p:cNvPr id="374" name="Google Shape;374;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5"/>
          <p:cNvSpPr txBox="1"/>
          <p:nvPr/>
        </p:nvSpPr>
        <p:spPr>
          <a:xfrm>
            <a:off x="396050" y="151125"/>
            <a:ext cx="68268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lang="en" sz="2400">
                <a:latin typeface="Epilogue"/>
                <a:ea typeface="Epilogue"/>
                <a:cs typeface="Epilogue"/>
                <a:sym typeface="Epilogue"/>
              </a:rPr>
              <a:t>Stakeholders</a:t>
            </a:r>
            <a:endParaRPr b="1" i="0" sz="2400" u="none" cap="none" strike="noStrike">
              <a:latin typeface="Epilogue"/>
              <a:ea typeface="Epilogue"/>
              <a:cs typeface="Epilogue"/>
              <a:sym typeface="Epilogue"/>
            </a:endParaRPr>
          </a:p>
        </p:txBody>
      </p:sp>
      <p:sp>
        <p:nvSpPr>
          <p:cNvPr id="380" name="Google Shape;380;p35"/>
          <p:cNvSpPr txBox="1"/>
          <p:nvPr/>
        </p:nvSpPr>
        <p:spPr>
          <a:xfrm>
            <a:off x="845450" y="705225"/>
            <a:ext cx="6377400" cy="412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600" u="none" cap="none" strike="noStrike">
                <a:latin typeface="Alexandria"/>
                <a:ea typeface="Alexandria"/>
                <a:cs typeface="Alexandria"/>
                <a:sym typeface="Alexandria"/>
              </a:rPr>
              <a:t>DPDC (Primary stakeholder):</a:t>
            </a:r>
            <a:r>
              <a:rPr i="0" lang="en" sz="1600" u="none" cap="none" strike="noStrike">
                <a:latin typeface="Alexandria"/>
                <a:ea typeface="Alexandria"/>
                <a:cs typeface="Alexandria"/>
                <a:sym typeface="Alexandria"/>
              </a:rPr>
              <a:t> Verified project feasibility as technically sound &amp; operationally viable.</a:t>
            </a:r>
            <a:endParaRPr i="0" sz="1600" u="none" cap="none" strike="noStrike">
              <a:latin typeface="Alexandria"/>
              <a:ea typeface="Alexandria"/>
              <a:cs typeface="Alexandria"/>
              <a:sym typeface="Alexandria"/>
            </a:endParaRPr>
          </a:p>
          <a:p>
            <a:pPr indent="0" lvl="0" marL="0" marR="0" rtl="0" algn="l">
              <a:lnSpc>
                <a:spcPct val="100000"/>
              </a:lnSpc>
              <a:spcBef>
                <a:spcPts val="0"/>
              </a:spcBef>
              <a:spcAft>
                <a:spcPts val="0"/>
              </a:spcAft>
              <a:buClr>
                <a:srgbClr val="000000"/>
              </a:buClr>
              <a:buSzPts val="1400"/>
              <a:buFont typeface="Arial"/>
              <a:buNone/>
            </a:pPr>
            <a:r>
              <a:rPr i="0" lang="en" sz="1600" u="none" cap="none" strike="noStrike">
                <a:latin typeface="Alexandria"/>
                <a:ea typeface="Alexandria"/>
                <a:cs typeface="Alexandria"/>
                <a:sym typeface="Alexandria"/>
              </a:rPr>
              <a:t>DESCO: Confirmed complementary distribution network requirements.</a:t>
            </a:r>
            <a:endParaRPr i="0" sz="1600" u="none" cap="none" strike="noStrike">
              <a:latin typeface="Alexandria"/>
              <a:ea typeface="Alexandria"/>
              <a:cs typeface="Alexandria"/>
              <a:sym typeface="Alexandria"/>
            </a:endParaRPr>
          </a:p>
          <a:p>
            <a:pPr indent="0" lvl="0" marL="0" marR="0" rtl="0" algn="l">
              <a:lnSpc>
                <a:spcPct val="100000"/>
              </a:lnSpc>
              <a:spcBef>
                <a:spcPts val="0"/>
              </a:spcBef>
              <a:spcAft>
                <a:spcPts val="0"/>
              </a:spcAft>
              <a:buClr>
                <a:srgbClr val="000000"/>
              </a:buClr>
              <a:buSzPts val="1400"/>
              <a:buFont typeface="Arial"/>
              <a:buNone/>
            </a:pPr>
            <a:r>
              <a:t/>
            </a:r>
            <a:endParaRPr sz="1600">
              <a:latin typeface="Alexandria"/>
              <a:ea typeface="Alexandria"/>
              <a:cs typeface="Alexandria"/>
              <a:sym typeface="Alexandria"/>
            </a:endParaRPr>
          </a:p>
          <a:p>
            <a:pPr indent="0" lvl="0" marL="0" rtl="0" algn="l">
              <a:spcBef>
                <a:spcPts val="0"/>
              </a:spcBef>
              <a:spcAft>
                <a:spcPts val="0"/>
              </a:spcAft>
              <a:buClr>
                <a:srgbClr val="000000"/>
              </a:buClr>
              <a:buSzPts val="1400"/>
              <a:buFont typeface="Arial"/>
              <a:buNone/>
            </a:pPr>
            <a:r>
              <a:rPr b="1" lang="en" sz="1600">
                <a:latin typeface="Alexandria"/>
                <a:ea typeface="Alexandria"/>
                <a:cs typeface="Alexandria"/>
                <a:sym typeface="Alexandria"/>
              </a:rPr>
              <a:t>JICA Interest</a:t>
            </a:r>
            <a:r>
              <a:rPr lang="en" sz="1600">
                <a:latin typeface="Alexandria"/>
                <a:ea typeface="Alexandria"/>
                <a:cs typeface="Alexandria"/>
                <a:sym typeface="Alexandria"/>
              </a:rPr>
              <a:t>: Japan International Cooperation Agency currently in market offering imported fault indicator solutions</a:t>
            </a:r>
            <a:endParaRPr sz="1600">
              <a:latin typeface="Alexandria"/>
              <a:ea typeface="Alexandria"/>
              <a:cs typeface="Alexandria"/>
              <a:sym typeface="Alexandria"/>
            </a:endParaRPr>
          </a:p>
          <a:p>
            <a:pPr indent="0" lvl="0" marL="0" rtl="0" algn="l">
              <a:spcBef>
                <a:spcPts val="0"/>
              </a:spcBef>
              <a:spcAft>
                <a:spcPts val="0"/>
              </a:spcAft>
              <a:buClr>
                <a:srgbClr val="000000"/>
              </a:buClr>
              <a:buSzPts val="1400"/>
              <a:buFont typeface="Arial"/>
              <a:buNone/>
            </a:pPr>
            <a:r>
              <a:t/>
            </a:r>
            <a:endParaRPr sz="1600">
              <a:latin typeface="Alexandria"/>
              <a:ea typeface="Alexandria"/>
              <a:cs typeface="Alexandria"/>
              <a:sym typeface="Alexandria"/>
            </a:endParaRPr>
          </a:p>
          <a:p>
            <a:pPr indent="0" lvl="0" marL="0" rtl="0" algn="l">
              <a:spcBef>
                <a:spcPts val="0"/>
              </a:spcBef>
              <a:spcAft>
                <a:spcPts val="0"/>
              </a:spcAft>
              <a:buClr>
                <a:srgbClr val="000000"/>
              </a:buClr>
              <a:buSzPts val="1400"/>
              <a:buFont typeface="Arial"/>
              <a:buNone/>
            </a:pPr>
            <a:r>
              <a:rPr lang="en" sz="1600">
                <a:latin typeface="Alexandria"/>
                <a:ea typeface="Alexandria"/>
                <a:cs typeface="Alexandria"/>
                <a:sym typeface="Alexandria"/>
              </a:rPr>
              <a:t>JICA pricing: Premium (international standards)</a:t>
            </a:r>
            <a:endParaRPr sz="1600">
              <a:latin typeface="Alexandria"/>
              <a:ea typeface="Alexandria"/>
              <a:cs typeface="Alexandria"/>
              <a:sym typeface="Alexandria"/>
            </a:endParaRPr>
          </a:p>
          <a:p>
            <a:pPr indent="0" lvl="0" marL="0" rtl="0" algn="l">
              <a:spcBef>
                <a:spcPts val="0"/>
              </a:spcBef>
              <a:spcAft>
                <a:spcPts val="0"/>
              </a:spcAft>
              <a:buClr>
                <a:srgbClr val="000000"/>
              </a:buClr>
              <a:buSzPts val="1400"/>
              <a:buFont typeface="Arial"/>
              <a:buNone/>
            </a:pPr>
            <a:r>
              <a:rPr lang="en" sz="1600">
                <a:latin typeface="Alexandria"/>
                <a:ea typeface="Alexandria"/>
                <a:cs typeface="Alexandria"/>
                <a:sym typeface="Alexandria"/>
              </a:rPr>
              <a:t>Our Competitive Advantage: Localized solution adapted specifically for Bangladesh distribution networks</a:t>
            </a:r>
            <a:endParaRPr sz="1600">
              <a:latin typeface="Alexandria"/>
              <a:ea typeface="Alexandria"/>
              <a:cs typeface="Alexandria"/>
              <a:sym typeface="Alexandria"/>
            </a:endParaRPr>
          </a:p>
          <a:p>
            <a:pPr indent="0" lvl="0" marL="0" rtl="0" algn="l">
              <a:spcBef>
                <a:spcPts val="0"/>
              </a:spcBef>
              <a:spcAft>
                <a:spcPts val="0"/>
              </a:spcAft>
              <a:buClr>
                <a:srgbClr val="000000"/>
              </a:buClr>
              <a:buSzPts val="1400"/>
              <a:buFont typeface="Arial"/>
              <a:buNone/>
            </a:pPr>
            <a:r>
              <a:rPr lang="en" sz="1600">
                <a:latin typeface="Alexandria"/>
                <a:ea typeface="Alexandria"/>
                <a:cs typeface="Alexandria"/>
                <a:sym typeface="Alexandria"/>
              </a:rPr>
              <a:t>Cost reduction: 30–50% cheaper than JICA/international alternatives</a:t>
            </a:r>
            <a:endParaRPr sz="1600">
              <a:latin typeface="Alexandria"/>
              <a:ea typeface="Alexandria"/>
              <a:cs typeface="Alexandria"/>
              <a:sym typeface="Alexandria"/>
            </a:endParaRPr>
          </a:p>
          <a:p>
            <a:pPr indent="0" lvl="0" marL="0" rtl="0" algn="l">
              <a:spcBef>
                <a:spcPts val="0"/>
              </a:spcBef>
              <a:spcAft>
                <a:spcPts val="0"/>
              </a:spcAft>
              <a:buClr>
                <a:srgbClr val="000000"/>
              </a:buClr>
              <a:buSzPts val="1400"/>
              <a:buFont typeface="Arial"/>
              <a:buNone/>
            </a:pPr>
            <a:r>
              <a:rPr lang="en" sz="1600">
                <a:latin typeface="Alexandria"/>
                <a:ea typeface="Alexandria"/>
                <a:cs typeface="Alexandria"/>
                <a:sym typeface="Alexandria"/>
              </a:rPr>
              <a:t>Lead time: Months (local procurement) vs. 6–12 months (imports)</a:t>
            </a:r>
            <a:endParaRPr sz="1600">
              <a:latin typeface="Alexandria"/>
              <a:ea typeface="Alexandria"/>
              <a:cs typeface="Alexandria"/>
              <a:sym typeface="Alexandria"/>
            </a:endParaRPr>
          </a:p>
        </p:txBody>
      </p:sp>
      <p:pic>
        <p:nvPicPr>
          <p:cNvPr id="381" name="Google Shape;381;p35" title="Meeting-amico.png"/>
          <p:cNvPicPr preferRelativeResize="0"/>
          <p:nvPr/>
        </p:nvPicPr>
        <p:blipFill>
          <a:blip r:embed="rId3">
            <a:alphaModFix/>
          </a:blip>
          <a:stretch>
            <a:fillRect/>
          </a:stretch>
        </p:blipFill>
        <p:spPr>
          <a:xfrm>
            <a:off x="6549525" y="1115763"/>
            <a:ext cx="2594475" cy="2594475"/>
          </a:xfrm>
          <a:prstGeom prst="rect">
            <a:avLst/>
          </a:prstGeom>
          <a:noFill/>
          <a:ln>
            <a:noFill/>
          </a:ln>
        </p:spPr>
      </p:pic>
      <p:sp>
        <p:nvSpPr>
          <p:cNvPr id="382" name="Google Shape;382;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6"/>
          <p:cNvSpPr txBox="1"/>
          <p:nvPr/>
        </p:nvSpPr>
        <p:spPr>
          <a:xfrm>
            <a:off x="337800" y="322675"/>
            <a:ext cx="4306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Epilogue"/>
                <a:ea typeface="Epilogue"/>
                <a:cs typeface="Epilogue"/>
                <a:sym typeface="Epilogue"/>
              </a:rPr>
              <a:t>Problem Statement</a:t>
            </a:r>
            <a:endParaRPr b="1" sz="2400">
              <a:latin typeface="Epilogue"/>
              <a:ea typeface="Epilogue"/>
              <a:cs typeface="Epilogue"/>
              <a:sym typeface="Epilogue"/>
            </a:endParaRPr>
          </a:p>
        </p:txBody>
      </p:sp>
      <p:sp>
        <p:nvSpPr>
          <p:cNvPr id="388" name="Google Shape;388;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9" name="Google Shape;389;p36"/>
          <p:cNvSpPr txBox="1"/>
          <p:nvPr/>
        </p:nvSpPr>
        <p:spPr>
          <a:xfrm>
            <a:off x="337800" y="946675"/>
            <a:ext cx="8468400" cy="1754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700">
                <a:latin typeface="Alexandria"/>
                <a:ea typeface="Alexandria"/>
                <a:cs typeface="Alexandria"/>
                <a:sym typeface="Alexandria"/>
              </a:rPr>
              <a:t>Distribution companies face excessive outage durations in 11kV networks because conventional fault locating systems fail to accurately locate high-impedance earth faults amid complex laterals and variable loads. This results in manual patrols exceeding regulatory SAIDI limits, inefficient crew dispatches, high ENS costs and penalties. This gap demands precise, adaptive fault sectionalizing.</a:t>
            </a:r>
            <a:endParaRPr sz="1700">
              <a:solidFill>
                <a:schemeClr val="dk1"/>
              </a:solidFill>
              <a:latin typeface="Alexandria"/>
              <a:ea typeface="Alexandria"/>
              <a:cs typeface="Alexandria"/>
              <a:sym typeface="Alexandria"/>
            </a:endParaRPr>
          </a:p>
        </p:txBody>
      </p:sp>
      <p:pic>
        <p:nvPicPr>
          <p:cNvPr id="390" name="Google Shape;390;p36" title="6490633.jpg"/>
          <p:cNvPicPr preferRelativeResize="0"/>
          <p:nvPr/>
        </p:nvPicPr>
        <p:blipFill>
          <a:blip r:embed="rId3">
            <a:alphaModFix/>
          </a:blip>
          <a:stretch>
            <a:fillRect/>
          </a:stretch>
        </p:blipFill>
        <p:spPr>
          <a:xfrm>
            <a:off x="592171" y="3060225"/>
            <a:ext cx="2632678" cy="1754701"/>
          </a:xfrm>
          <a:prstGeom prst="rect">
            <a:avLst/>
          </a:prstGeom>
          <a:noFill/>
          <a:ln>
            <a:noFill/>
          </a:ln>
        </p:spPr>
      </p:pic>
      <p:pic>
        <p:nvPicPr>
          <p:cNvPr id="391" name="Google Shape;391;p36" title="6537831.jpg"/>
          <p:cNvPicPr preferRelativeResize="0"/>
          <p:nvPr/>
        </p:nvPicPr>
        <p:blipFill>
          <a:blip r:embed="rId4">
            <a:alphaModFix/>
          </a:blip>
          <a:stretch>
            <a:fillRect/>
          </a:stretch>
        </p:blipFill>
        <p:spPr>
          <a:xfrm>
            <a:off x="3798788" y="3044187"/>
            <a:ext cx="1786790" cy="1786790"/>
          </a:xfrm>
          <a:prstGeom prst="rect">
            <a:avLst/>
          </a:prstGeom>
          <a:noFill/>
          <a:ln>
            <a:noFill/>
          </a:ln>
        </p:spPr>
      </p:pic>
      <p:pic>
        <p:nvPicPr>
          <p:cNvPr id="392" name="Google Shape;392;p36" title="31982.jpg"/>
          <p:cNvPicPr preferRelativeResize="0"/>
          <p:nvPr/>
        </p:nvPicPr>
        <p:blipFill>
          <a:blip r:embed="rId5">
            <a:alphaModFix/>
          </a:blip>
          <a:stretch>
            <a:fillRect/>
          </a:stretch>
        </p:blipFill>
        <p:spPr>
          <a:xfrm>
            <a:off x="6159525" y="3044175"/>
            <a:ext cx="2397240" cy="178679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7"/>
          <p:cNvSpPr txBox="1"/>
          <p:nvPr>
            <p:ph type="title"/>
          </p:nvPr>
        </p:nvSpPr>
        <p:spPr>
          <a:xfrm>
            <a:off x="720000" y="539500"/>
            <a:ext cx="7704000" cy="5727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2000"/>
              </a:spcBef>
              <a:spcAft>
                <a:spcPts val="600"/>
              </a:spcAft>
              <a:buSzPts val="2800"/>
              <a:buNone/>
            </a:pPr>
            <a:r>
              <a:rPr lang="en" sz="2400">
                <a:solidFill>
                  <a:srgbClr val="000000"/>
                </a:solidFill>
              </a:rPr>
              <a:t>Objectives</a:t>
            </a:r>
            <a:endParaRPr sz="2400"/>
          </a:p>
        </p:txBody>
      </p:sp>
      <p:sp>
        <p:nvSpPr>
          <p:cNvPr id="398" name="Google Shape;398;p37"/>
          <p:cNvSpPr txBox="1"/>
          <p:nvPr>
            <p:ph idx="1" type="body"/>
          </p:nvPr>
        </p:nvSpPr>
        <p:spPr>
          <a:xfrm>
            <a:off x="720000" y="1402652"/>
            <a:ext cx="7704000" cy="365700"/>
          </a:xfrm>
          <a:prstGeom prst="rect">
            <a:avLst/>
          </a:prstGeom>
          <a:noFill/>
          <a:ln>
            <a:noFill/>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rgbClr val="000000"/>
              </a:buClr>
              <a:buSzPts val="1800"/>
              <a:buFont typeface="Alexandria"/>
              <a:buAutoNum type="arabicPeriod"/>
            </a:pPr>
            <a:r>
              <a:rPr lang="en" sz="1800">
                <a:solidFill>
                  <a:srgbClr val="000000"/>
                </a:solidFill>
                <a:latin typeface="Alexandria"/>
                <a:ea typeface="Alexandria"/>
                <a:cs typeface="Alexandria"/>
                <a:sym typeface="Alexandria"/>
              </a:rPr>
              <a:t>Design and development of an intelligent Fault Passage Indicator (FPI) device with adaptive fault detection algorithms to detect and identify fault currents.</a:t>
            </a:r>
            <a:endParaRPr sz="1800">
              <a:solidFill>
                <a:srgbClr val="000000"/>
              </a:solidFill>
              <a:latin typeface="Alexandria"/>
              <a:ea typeface="Alexandria"/>
              <a:cs typeface="Alexandria"/>
              <a:sym typeface="Alexandria"/>
            </a:endParaRPr>
          </a:p>
          <a:p>
            <a:pPr indent="-342900" lvl="0" marL="457200" rtl="0" algn="just">
              <a:lnSpc>
                <a:spcPct val="115000"/>
              </a:lnSpc>
              <a:spcBef>
                <a:spcPts val="0"/>
              </a:spcBef>
              <a:spcAft>
                <a:spcPts val="0"/>
              </a:spcAft>
              <a:buClr>
                <a:srgbClr val="000000"/>
              </a:buClr>
              <a:buSzPts val="1800"/>
              <a:buFont typeface="Alexandria"/>
              <a:buAutoNum type="arabicPeriod"/>
            </a:pPr>
            <a:r>
              <a:rPr lang="en" sz="1800">
                <a:solidFill>
                  <a:srgbClr val="000000"/>
                </a:solidFill>
                <a:latin typeface="Alexandria"/>
                <a:ea typeface="Alexandria"/>
                <a:cs typeface="Alexandria"/>
                <a:sym typeface="Alexandria"/>
              </a:rPr>
              <a:t>Develop communication capabilities to communicate with the central server.</a:t>
            </a:r>
            <a:endParaRPr sz="1800">
              <a:solidFill>
                <a:srgbClr val="000000"/>
              </a:solidFill>
              <a:latin typeface="Alexandria"/>
              <a:ea typeface="Alexandria"/>
              <a:cs typeface="Alexandria"/>
              <a:sym typeface="Alexandria"/>
            </a:endParaRPr>
          </a:p>
          <a:p>
            <a:pPr indent="-342900" lvl="0" marL="457200" rtl="0" algn="just">
              <a:lnSpc>
                <a:spcPct val="115000"/>
              </a:lnSpc>
              <a:spcBef>
                <a:spcPts val="0"/>
              </a:spcBef>
              <a:spcAft>
                <a:spcPts val="0"/>
              </a:spcAft>
              <a:buClr>
                <a:srgbClr val="000000"/>
              </a:buClr>
              <a:buSzPts val="1800"/>
              <a:buFont typeface="Alexandria"/>
              <a:buAutoNum type="arabicPeriod"/>
            </a:pPr>
            <a:r>
              <a:rPr lang="en" sz="1800">
                <a:solidFill>
                  <a:srgbClr val="000000"/>
                </a:solidFill>
                <a:latin typeface="Alexandria"/>
                <a:ea typeface="Alexandria"/>
                <a:cs typeface="Alexandria"/>
                <a:sym typeface="Alexandria"/>
              </a:rPr>
              <a:t>Validate system’s performance across a range of fault conditions and analyse the obtained data.</a:t>
            </a:r>
            <a:endParaRPr sz="1800">
              <a:latin typeface="Alexandria"/>
              <a:ea typeface="Alexandria"/>
              <a:cs typeface="Alexandria"/>
              <a:sym typeface="Alexandria"/>
            </a:endParaRPr>
          </a:p>
        </p:txBody>
      </p:sp>
      <p:sp>
        <p:nvSpPr>
          <p:cNvPr id="399" name="Google Shape;399;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8"/>
          <p:cNvSpPr/>
          <p:nvPr/>
        </p:nvSpPr>
        <p:spPr>
          <a:xfrm flipH="1">
            <a:off x="8204530" y="1791285"/>
            <a:ext cx="559507" cy="618187"/>
          </a:xfrm>
          <a:custGeom>
            <a:rect b="b" l="l" r="r" t="t"/>
            <a:pathLst>
              <a:path extrusionOk="0" h="13452" w="12593">
                <a:moveTo>
                  <a:pt x="0" y="13452"/>
                </a:moveTo>
                <a:cubicBezTo>
                  <a:pt x="6142" y="13452"/>
                  <a:pt x="12593" y="6142"/>
                  <a:pt x="12593" y="0"/>
                </a:cubicBezTo>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38"/>
          <p:cNvSpPr/>
          <p:nvPr/>
        </p:nvSpPr>
        <p:spPr>
          <a:xfrm flipH="1">
            <a:off x="7761646" y="1707187"/>
            <a:ext cx="490708" cy="3436278"/>
          </a:xfrm>
          <a:custGeom>
            <a:rect b="b" l="l" r="r" t="t"/>
            <a:pathLst>
              <a:path extrusionOk="0" h="26064" w="3722">
                <a:moveTo>
                  <a:pt x="3572" y="1210"/>
                </a:moveTo>
                <a:lnTo>
                  <a:pt x="3572" y="605"/>
                </a:lnTo>
                <a:lnTo>
                  <a:pt x="3721" y="605"/>
                </a:lnTo>
                <a:lnTo>
                  <a:pt x="3721" y="406"/>
                </a:lnTo>
                <a:lnTo>
                  <a:pt x="2278" y="406"/>
                </a:lnTo>
                <a:lnTo>
                  <a:pt x="2278" y="0"/>
                </a:lnTo>
                <a:lnTo>
                  <a:pt x="1445" y="0"/>
                </a:lnTo>
                <a:lnTo>
                  <a:pt x="1445" y="406"/>
                </a:lnTo>
                <a:lnTo>
                  <a:pt x="0" y="406"/>
                </a:lnTo>
                <a:lnTo>
                  <a:pt x="0" y="605"/>
                </a:lnTo>
                <a:lnTo>
                  <a:pt x="150" y="605"/>
                </a:lnTo>
                <a:lnTo>
                  <a:pt x="150" y="1210"/>
                </a:lnTo>
                <a:lnTo>
                  <a:pt x="301" y="1210"/>
                </a:lnTo>
                <a:lnTo>
                  <a:pt x="860" y="1963"/>
                </a:lnTo>
                <a:lnTo>
                  <a:pt x="696" y="1963"/>
                </a:lnTo>
                <a:lnTo>
                  <a:pt x="696" y="2573"/>
                </a:lnTo>
                <a:lnTo>
                  <a:pt x="0" y="2573"/>
                </a:lnTo>
                <a:lnTo>
                  <a:pt x="0" y="2772"/>
                </a:lnTo>
                <a:lnTo>
                  <a:pt x="149" y="2772"/>
                </a:lnTo>
                <a:lnTo>
                  <a:pt x="149" y="3376"/>
                </a:lnTo>
                <a:lnTo>
                  <a:pt x="548" y="3376"/>
                </a:lnTo>
                <a:lnTo>
                  <a:pt x="548" y="2772"/>
                </a:lnTo>
                <a:lnTo>
                  <a:pt x="1445" y="2772"/>
                </a:lnTo>
                <a:lnTo>
                  <a:pt x="1445" y="6207"/>
                </a:lnTo>
                <a:lnTo>
                  <a:pt x="0" y="6207"/>
                </a:lnTo>
                <a:lnTo>
                  <a:pt x="0" y="6406"/>
                </a:lnTo>
                <a:lnTo>
                  <a:pt x="149" y="6406"/>
                </a:lnTo>
                <a:lnTo>
                  <a:pt x="149" y="7010"/>
                </a:lnTo>
                <a:lnTo>
                  <a:pt x="548" y="7010"/>
                </a:lnTo>
                <a:lnTo>
                  <a:pt x="548" y="6406"/>
                </a:lnTo>
                <a:lnTo>
                  <a:pt x="1445" y="6406"/>
                </a:lnTo>
                <a:lnTo>
                  <a:pt x="1445" y="26064"/>
                </a:lnTo>
                <a:lnTo>
                  <a:pt x="2277" y="26064"/>
                </a:lnTo>
                <a:lnTo>
                  <a:pt x="2277" y="6406"/>
                </a:lnTo>
                <a:lnTo>
                  <a:pt x="3174" y="6406"/>
                </a:lnTo>
                <a:lnTo>
                  <a:pt x="3174" y="7010"/>
                </a:lnTo>
                <a:lnTo>
                  <a:pt x="3572" y="7010"/>
                </a:lnTo>
                <a:lnTo>
                  <a:pt x="3572" y="6406"/>
                </a:lnTo>
                <a:lnTo>
                  <a:pt x="3721" y="6406"/>
                </a:lnTo>
                <a:lnTo>
                  <a:pt x="3721" y="6207"/>
                </a:lnTo>
                <a:lnTo>
                  <a:pt x="2277" y="6207"/>
                </a:lnTo>
                <a:lnTo>
                  <a:pt x="2277" y="2772"/>
                </a:lnTo>
                <a:lnTo>
                  <a:pt x="3174" y="2772"/>
                </a:lnTo>
                <a:lnTo>
                  <a:pt x="3174" y="3376"/>
                </a:lnTo>
                <a:lnTo>
                  <a:pt x="3572" y="3376"/>
                </a:lnTo>
                <a:lnTo>
                  <a:pt x="3572" y="2772"/>
                </a:lnTo>
                <a:lnTo>
                  <a:pt x="3721" y="2772"/>
                </a:lnTo>
                <a:lnTo>
                  <a:pt x="3721" y="2573"/>
                </a:lnTo>
                <a:lnTo>
                  <a:pt x="3026" y="2573"/>
                </a:lnTo>
                <a:lnTo>
                  <a:pt x="3026" y="1963"/>
                </a:lnTo>
                <a:lnTo>
                  <a:pt x="2863" y="1963"/>
                </a:lnTo>
                <a:lnTo>
                  <a:pt x="3420" y="1210"/>
                </a:lnTo>
                <a:lnTo>
                  <a:pt x="3572" y="1210"/>
                </a:lnTo>
                <a:close/>
                <a:moveTo>
                  <a:pt x="1445" y="2573"/>
                </a:moveTo>
                <a:lnTo>
                  <a:pt x="1094" y="2573"/>
                </a:lnTo>
                <a:lnTo>
                  <a:pt x="1094" y="1963"/>
                </a:lnTo>
                <a:lnTo>
                  <a:pt x="964" y="1963"/>
                </a:lnTo>
                <a:lnTo>
                  <a:pt x="406" y="1209"/>
                </a:lnTo>
                <a:lnTo>
                  <a:pt x="549" y="1209"/>
                </a:lnTo>
                <a:lnTo>
                  <a:pt x="549" y="605"/>
                </a:lnTo>
                <a:lnTo>
                  <a:pt x="1445" y="605"/>
                </a:lnTo>
                <a:close/>
                <a:moveTo>
                  <a:pt x="2759" y="1963"/>
                </a:moveTo>
                <a:lnTo>
                  <a:pt x="2628" y="1963"/>
                </a:lnTo>
                <a:lnTo>
                  <a:pt x="2628" y="2573"/>
                </a:lnTo>
                <a:lnTo>
                  <a:pt x="2278" y="2573"/>
                </a:lnTo>
                <a:lnTo>
                  <a:pt x="2278" y="605"/>
                </a:lnTo>
                <a:lnTo>
                  <a:pt x="3174" y="605"/>
                </a:lnTo>
                <a:lnTo>
                  <a:pt x="3174" y="1209"/>
                </a:lnTo>
                <a:lnTo>
                  <a:pt x="3317" y="1209"/>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38"/>
          <p:cNvSpPr/>
          <p:nvPr/>
        </p:nvSpPr>
        <p:spPr>
          <a:xfrm flipH="1">
            <a:off x="8744874" y="2348554"/>
            <a:ext cx="399119" cy="2794908"/>
          </a:xfrm>
          <a:custGeom>
            <a:rect b="b" l="l" r="r" t="t"/>
            <a:pathLst>
              <a:path extrusionOk="0" h="26064" w="3722">
                <a:moveTo>
                  <a:pt x="3572" y="1210"/>
                </a:moveTo>
                <a:lnTo>
                  <a:pt x="3572" y="605"/>
                </a:lnTo>
                <a:lnTo>
                  <a:pt x="3721" y="605"/>
                </a:lnTo>
                <a:lnTo>
                  <a:pt x="3721" y="406"/>
                </a:lnTo>
                <a:lnTo>
                  <a:pt x="2278" y="406"/>
                </a:lnTo>
                <a:lnTo>
                  <a:pt x="2278" y="0"/>
                </a:lnTo>
                <a:lnTo>
                  <a:pt x="1445" y="0"/>
                </a:lnTo>
                <a:lnTo>
                  <a:pt x="1445" y="406"/>
                </a:lnTo>
                <a:lnTo>
                  <a:pt x="0" y="406"/>
                </a:lnTo>
                <a:lnTo>
                  <a:pt x="0" y="605"/>
                </a:lnTo>
                <a:lnTo>
                  <a:pt x="150" y="605"/>
                </a:lnTo>
                <a:lnTo>
                  <a:pt x="150" y="1210"/>
                </a:lnTo>
                <a:lnTo>
                  <a:pt x="301" y="1210"/>
                </a:lnTo>
                <a:lnTo>
                  <a:pt x="860" y="1963"/>
                </a:lnTo>
                <a:lnTo>
                  <a:pt x="696" y="1963"/>
                </a:lnTo>
                <a:lnTo>
                  <a:pt x="696" y="2573"/>
                </a:lnTo>
                <a:lnTo>
                  <a:pt x="0" y="2573"/>
                </a:lnTo>
                <a:lnTo>
                  <a:pt x="0" y="2772"/>
                </a:lnTo>
                <a:lnTo>
                  <a:pt x="149" y="2772"/>
                </a:lnTo>
                <a:lnTo>
                  <a:pt x="149" y="3376"/>
                </a:lnTo>
                <a:lnTo>
                  <a:pt x="548" y="3376"/>
                </a:lnTo>
                <a:lnTo>
                  <a:pt x="548" y="2772"/>
                </a:lnTo>
                <a:lnTo>
                  <a:pt x="1445" y="2772"/>
                </a:lnTo>
                <a:lnTo>
                  <a:pt x="1445" y="6207"/>
                </a:lnTo>
                <a:lnTo>
                  <a:pt x="0" y="6207"/>
                </a:lnTo>
                <a:lnTo>
                  <a:pt x="0" y="6406"/>
                </a:lnTo>
                <a:lnTo>
                  <a:pt x="149" y="6406"/>
                </a:lnTo>
                <a:lnTo>
                  <a:pt x="149" y="7010"/>
                </a:lnTo>
                <a:lnTo>
                  <a:pt x="548" y="7010"/>
                </a:lnTo>
                <a:lnTo>
                  <a:pt x="548" y="6406"/>
                </a:lnTo>
                <a:lnTo>
                  <a:pt x="1445" y="6406"/>
                </a:lnTo>
                <a:lnTo>
                  <a:pt x="1445" y="26064"/>
                </a:lnTo>
                <a:lnTo>
                  <a:pt x="2277" y="26064"/>
                </a:lnTo>
                <a:lnTo>
                  <a:pt x="2277" y="6406"/>
                </a:lnTo>
                <a:lnTo>
                  <a:pt x="3174" y="6406"/>
                </a:lnTo>
                <a:lnTo>
                  <a:pt x="3174" y="7010"/>
                </a:lnTo>
                <a:lnTo>
                  <a:pt x="3572" y="7010"/>
                </a:lnTo>
                <a:lnTo>
                  <a:pt x="3572" y="6406"/>
                </a:lnTo>
                <a:lnTo>
                  <a:pt x="3721" y="6406"/>
                </a:lnTo>
                <a:lnTo>
                  <a:pt x="3721" y="6207"/>
                </a:lnTo>
                <a:lnTo>
                  <a:pt x="2277" y="6207"/>
                </a:lnTo>
                <a:lnTo>
                  <a:pt x="2277" y="2772"/>
                </a:lnTo>
                <a:lnTo>
                  <a:pt x="3174" y="2772"/>
                </a:lnTo>
                <a:lnTo>
                  <a:pt x="3174" y="3376"/>
                </a:lnTo>
                <a:lnTo>
                  <a:pt x="3572" y="3376"/>
                </a:lnTo>
                <a:lnTo>
                  <a:pt x="3572" y="2772"/>
                </a:lnTo>
                <a:lnTo>
                  <a:pt x="3721" y="2772"/>
                </a:lnTo>
                <a:lnTo>
                  <a:pt x="3721" y="2573"/>
                </a:lnTo>
                <a:lnTo>
                  <a:pt x="3026" y="2573"/>
                </a:lnTo>
                <a:lnTo>
                  <a:pt x="3026" y="1963"/>
                </a:lnTo>
                <a:lnTo>
                  <a:pt x="2863" y="1963"/>
                </a:lnTo>
                <a:lnTo>
                  <a:pt x="3420" y="1210"/>
                </a:lnTo>
                <a:lnTo>
                  <a:pt x="3572" y="1210"/>
                </a:lnTo>
                <a:close/>
                <a:moveTo>
                  <a:pt x="1445" y="2573"/>
                </a:moveTo>
                <a:lnTo>
                  <a:pt x="1094" y="2573"/>
                </a:lnTo>
                <a:lnTo>
                  <a:pt x="1094" y="1963"/>
                </a:lnTo>
                <a:lnTo>
                  <a:pt x="964" y="1963"/>
                </a:lnTo>
                <a:lnTo>
                  <a:pt x="406" y="1209"/>
                </a:lnTo>
                <a:lnTo>
                  <a:pt x="549" y="1209"/>
                </a:lnTo>
                <a:lnTo>
                  <a:pt x="549" y="605"/>
                </a:lnTo>
                <a:lnTo>
                  <a:pt x="1445" y="605"/>
                </a:lnTo>
                <a:close/>
                <a:moveTo>
                  <a:pt x="2759" y="1963"/>
                </a:moveTo>
                <a:lnTo>
                  <a:pt x="2628" y="1963"/>
                </a:lnTo>
                <a:lnTo>
                  <a:pt x="2628" y="2573"/>
                </a:lnTo>
                <a:lnTo>
                  <a:pt x="2278" y="2573"/>
                </a:lnTo>
                <a:lnTo>
                  <a:pt x="2278" y="605"/>
                </a:lnTo>
                <a:lnTo>
                  <a:pt x="3174" y="605"/>
                </a:lnTo>
                <a:lnTo>
                  <a:pt x="3174" y="1209"/>
                </a:lnTo>
                <a:lnTo>
                  <a:pt x="3317" y="1209"/>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38"/>
          <p:cNvSpPr/>
          <p:nvPr/>
        </p:nvSpPr>
        <p:spPr>
          <a:xfrm flipH="1">
            <a:off x="6685996" y="1060048"/>
            <a:ext cx="583126" cy="4083447"/>
          </a:xfrm>
          <a:custGeom>
            <a:rect b="b" l="l" r="r" t="t"/>
            <a:pathLst>
              <a:path extrusionOk="0" h="26064" w="3722">
                <a:moveTo>
                  <a:pt x="3572" y="1210"/>
                </a:moveTo>
                <a:lnTo>
                  <a:pt x="3572" y="605"/>
                </a:lnTo>
                <a:lnTo>
                  <a:pt x="3721" y="605"/>
                </a:lnTo>
                <a:lnTo>
                  <a:pt x="3721" y="406"/>
                </a:lnTo>
                <a:lnTo>
                  <a:pt x="2278" y="406"/>
                </a:lnTo>
                <a:lnTo>
                  <a:pt x="2278" y="0"/>
                </a:lnTo>
                <a:lnTo>
                  <a:pt x="1445" y="0"/>
                </a:lnTo>
                <a:lnTo>
                  <a:pt x="1445" y="406"/>
                </a:lnTo>
                <a:lnTo>
                  <a:pt x="0" y="406"/>
                </a:lnTo>
                <a:lnTo>
                  <a:pt x="0" y="605"/>
                </a:lnTo>
                <a:lnTo>
                  <a:pt x="150" y="605"/>
                </a:lnTo>
                <a:lnTo>
                  <a:pt x="150" y="1210"/>
                </a:lnTo>
                <a:lnTo>
                  <a:pt x="301" y="1210"/>
                </a:lnTo>
                <a:lnTo>
                  <a:pt x="860" y="1963"/>
                </a:lnTo>
                <a:lnTo>
                  <a:pt x="696" y="1963"/>
                </a:lnTo>
                <a:lnTo>
                  <a:pt x="696" y="2573"/>
                </a:lnTo>
                <a:lnTo>
                  <a:pt x="0" y="2573"/>
                </a:lnTo>
                <a:lnTo>
                  <a:pt x="0" y="2772"/>
                </a:lnTo>
                <a:lnTo>
                  <a:pt x="149" y="2772"/>
                </a:lnTo>
                <a:lnTo>
                  <a:pt x="149" y="3376"/>
                </a:lnTo>
                <a:lnTo>
                  <a:pt x="548" y="3376"/>
                </a:lnTo>
                <a:lnTo>
                  <a:pt x="548" y="2772"/>
                </a:lnTo>
                <a:lnTo>
                  <a:pt x="1445" y="2772"/>
                </a:lnTo>
                <a:lnTo>
                  <a:pt x="1445" y="6207"/>
                </a:lnTo>
                <a:lnTo>
                  <a:pt x="0" y="6207"/>
                </a:lnTo>
                <a:lnTo>
                  <a:pt x="0" y="6406"/>
                </a:lnTo>
                <a:lnTo>
                  <a:pt x="149" y="6406"/>
                </a:lnTo>
                <a:lnTo>
                  <a:pt x="149" y="7010"/>
                </a:lnTo>
                <a:lnTo>
                  <a:pt x="548" y="7010"/>
                </a:lnTo>
                <a:lnTo>
                  <a:pt x="548" y="6406"/>
                </a:lnTo>
                <a:lnTo>
                  <a:pt x="1445" y="6406"/>
                </a:lnTo>
                <a:lnTo>
                  <a:pt x="1445" y="26064"/>
                </a:lnTo>
                <a:lnTo>
                  <a:pt x="2277" y="26064"/>
                </a:lnTo>
                <a:lnTo>
                  <a:pt x="2277" y="6406"/>
                </a:lnTo>
                <a:lnTo>
                  <a:pt x="3174" y="6406"/>
                </a:lnTo>
                <a:lnTo>
                  <a:pt x="3174" y="7010"/>
                </a:lnTo>
                <a:lnTo>
                  <a:pt x="3572" y="7010"/>
                </a:lnTo>
                <a:lnTo>
                  <a:pt x="3572" y="6406"/>
                </a:lnTo>
                <a:lnTo>
                  <a:pt x="3721" y="6406"/>
                </a:lnTo>
                <a:lnTo>
                  <a:pt x="3721" y="6207"/>
                </a:lnTo>
                <a:lnTo>
                  <a:pt x="2277" y="6207"/>
                </a:lnTo>
                <a:lnTo>
                  <a:pt x="2277" y="2772"/>
                </a:lnTo>
                <a:lnTo>
                  <a:pt x="3174" y="2772"/>
                </a:lnTo>
                <a:lnTo>
                  <a:pt x="3174" y="3376"/>
                </a:lnTo>
                <a:lnTo>
                  <a:pt x="3572" y="3376"/>
                </a:lnTo>
                <a:lnTo>
                  <a:pt x="3572" y="2772"/>
                </a:lnTo>
                <a:lnTo>
                  <a:pt x="3721" y="2772"/>
                </a:lnTo>
                <a:lnTo>
                  <a:pt x="3721" y="2573"/>
                </a:lnTo>
                <a:lnTo>
                  <a:pt x="3026" y="2573"/>
                </a:lnTo>
                <a:lnTo>
                  <a:pt x="3026" y="1963"/>
                </a:lnTo>
                <a:lnTo>
                  <a:pt x="2863" y="1963"/>
                </a:lnTo>
                <a:lnTo>
                  <a:pt x="3420" y="1210"/>
                </a:lnTo>
                <a:lnTo>
                  <a:pt x="3572" y="1210"/>
                </a:lnTo>
                <a:close/>
                <a:moveTo>
                  <a:pt x="1445" y="2573"/>
                </a:moveTo>
                <a:lnTo>
                  <a:pt x="1094" y="2573"/>
                </a:lnTo>
                <a:lnTo>
                  <a:pt x="1094" y="1963"/>
                </a:lnTo>
                <a:lnTo>
                  <a:pt x="964" y="1963"/>
                </a:lnTo>
                <a:lnTo>
                  <a:pt x="406" y="1209"/>
                </a:lnTo>
                <a:lnTo>
                  <a:pt x="549" y="1209"/>
                </a:lnTo>
                <a:lnTo>
                  <a:pt x="549" y="605"/>
                </a:lnTo>
                <a:lnTo>
                  <a:pt x="1445" y="605"/>
                </a:lnTo>
                <a:close/>
                <a:moveTo>
                  <a:pt x="2759" y="1963"/>
                </a:moveTo>
                <a:lnTo>
                  <a:pt x="2628" y="1963"/>
                </a:lnTo>
                <a:lnTo>
                  <a:pt x="2628" y="2573"/>
                </a:lnTo>
                <a:lnTo>
                  <a:pt x="2278" y="2573"/>
                </a:lnTo>
                <a:lnTo>
                  <a:pt x="2278" y="605"/>
                </a:lnTo>
                <a:lnTo>
                  <a:pt x="3174" y="605"/>
                </a:lnTo>
                <a:lnTo>
                  <a:pt x="3174" y="1209"/>
                </a:lnTo>
                <a:lnTo>
                  <a:pt x="3317" y="1209"/>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38"/>
          <p:cNvSpPr/>
          <p:nvPr/>
        </p:nvSpPr>
        <p:spPr>
          <a:xfrm flipH="1">
            <a:off x="7185188" y="1160001"/>
            <a:ext cx="605568" cy="657065"/>
          </a:xfrm>
          <a:custGeom>
            <a:rect b="b" l="l" r="r" t="t"/>
            <a:pathLst>
              <a:path extrusionOk="0" h="14298" w="12020">
                <a:moveTo>
                  <a:pt x="0" y="13737"/>
                </a:moveTo>
                <a:cubicBezTo>
                  <a:pt x="5217" y="16868"/>
                  <a:pt x="10098" y="5773"/>
                  <a:pt x="12020" y="0"/>
                </a:cubicBezTo>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38"/>
          <p:cNvSpPr/>
          <p:nvPr/>
        </p:nvSpPr>
        <p:spPr>
          <a:xfrm flipH="1">
            <a:off x="7172616" y="1449333"/>
            <a:ext cx="631330" cy="631330"/>
          </a:xfrm>
          <a:custGeom>
            <a:rect b="b" l="l" r="r" t="t"/>
            <a:pathLst>
              <a:path extrusionOk="0" h="13738" w="13738">
                <a:moveTo>
                  <a:pt x="0" y="13738"/>
                </a:moveTo>
                <a:cubicBezTo>
                  <a:pt x="6476" y="13738"/>
                  <a:pt x="12169" y="6283"/>
                  <a:pt x="13738" y="0"/>
                </a:cubicBezTo>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38"/>
          <p:cNvSpPr/>
          <p:nvPr/>
        </p:nvSpPr>
        <p:spPr>
          <a:xfrm flipH="1">
            <a:off x="8217127" y="2547428"/>
            <a:ext cx="559502" cy="493649"/>
          </a:xfrm>
          <a:custGeom>
            <a:rect b="b" l="l" r="r" t="t"/>
            <a:pathLst>
              <a:path extrusionOk="0" h="10742" w="12175">
                <a:moveTo>
                  <a:pt x="0" y="10742"/>
                </a:moveTo>
                <a:cubicBezTo>
                  <a:pt x="5412" y="10742"/>
                  <a:pt x="10460" y="5133"/>
                  <a:pt x="12175" y="0"/>
                </a:cubicBezTo>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38"/>
          <p:cNvSpPr/>
          <p:nvPr/>
        </p:nvSpPr>
        <p:spPr>
          <a:xfrm flipH="1">
            <a:off x="8190795" y="2152491"/>
            <a:ext cx="605595" cy="505873"/>
          </a:xfrm>
          <a:custGeom>
            <a:rect b="b" l="l" r="r" t="t"/>
            <a:pathLst>
              <a:path extrusionOk="0" h="11008" w="13178">
                <a:moveTo>
                  <a:pt x="0" y="10886"/>
                </a:moveTo>
                <a:cubicBezTo>
                  <a:pt x="5620" y="11821"/>
                  <a:pt x="12236" y="5619"/>
                  <a:pt x="13178" y="0"/>
                </a:cubicBezTo>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38"/>
          <p:cNvSpPr/>
          <p:nvPr/>
        </p:nvSpPr>
        <p:spPr>
          <a:xfrm flipH="1">
            <a:off x="7196868" y="2086683"/>
            <a:ext cx="605607" cy="492408"/>
          </a:xfrm>
          <a:custGeom>
            <a:rect b="b" l="l" r="r" t="t"/>
            <a:pathLst>
              <a:path extrusionOk="0" h="10715" w="12605">
                <a:moveTo>
                  <a:pt x="0" y="10599"/>
                </a:moveTo>
                <a:cubicBezTo>
                  <a:pt x="5415" y="11499"/>
                  <a:pt x="11704" y="5415"/>
                  <a:pt x="12605" y="0"/>
                </a:cubicBezTo>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3" name="Google Shape;413;p38" title="fault.png"/>
          <p:cNvPicPr preferRelativeResize="0"/>
          <p:nvPr/>
        </p:nvPicPr>
        <p:blipFill rotWithShape="1">
          <a:blip r:embed="rId3">
            <a:alphaModFix/>
          </a:blip>
          <a:srcRect b="0" l="0" r="0" t="0"/>
          <a:stretch/>
        </p:blipFill>
        <p:spPr>
          <a:xfrm>
            <a:off x="7269125" y="-208975"/>
            <a:ext cx="1925050" cy="2000250"/>
          </a:xfrm>
          <a:prstGeom prst="rect">
            <a:avLst/>
          </a:prstGeom>
          <a:noFill/>
          <a:ln>
            <a:noFill/>
          </a:ln>
        </p:spPr>
      </p:pic>
      <p:sp>
        <p:nvSpPr>
          <p:cNvPr id="414" name="Google Shape;414;p38"/>
          <p:cNvSpPr txBox="1"/>
          <p:nvPr/>
        </p:nvSpPr>
        <p:spPr>
          <a:xfrm>
            <a:off x="562800" y="1060050"/>
            <a:ext cx="4428000" cy="3664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900"/>
              <a:buFont typeface="Arial"/>
              <a:buNone/>
            </a:pPr>
            <a:r>
              <a:t/>
            </a:r>
            <a:endParaRPr b="1" i="0" u="none" cap="none" strike="noStrike">
              <a:solidFill>
                <a:srgbClr val="000000"/>
              </a:solidFill>
              <a:latin typeface="Alexandria"/>
              <a:ea typeface="Alexandria"/>
              <a:cs typeface="Alexandria"/>
              <a:sym typeface="Alexandria"/>
            </a:endParaRPr>
          </a:p>
          <a:p>
            <a:pPr indent="-330200" lvl="0" marL="457200" marR="0" rtl="0" algn="l">
              <a:lnSpc>
                <a:spcPct val="115000"/>
              </a:lnSpc>
              <a:spcBef>
                <a:spcPts val="1200"/>
              </a:spcBef>
              <a:spcAft>
                <a:spcPts val="0"/>
              </a:spcAft>
              <a:buClr>
                <a:srgbClr val="000000"/>
              </a:buClr>
              <a:buSzPts val="1600"/>
              <a:buFont typeface="Alexandria"/>
              <a:buChar char="●"/>
            </a:pPr>
            <a:r>
              <a:rPr i="0" lang="en" sz="1600" u="none" cap="none" strike="noStrike">
                <a:solidFill>
                  <a:srgbClr val="000000"/>
                </a:solidFill>
                <a:latin typeface="Alexandria"/>
                <a:ea typeface="Alexandria"/>
                <a:cs typeface="Alexandria"/>
                <a:sym typeface="Alexandria"/>
              </a:rPr>
              <a:t>Detects and signals the passage of a fault in power distribution lines.</a:t>
            </a:r>
            <a:br>
              <a:rPr i="0" lang="en" sz="1600" u="none" cap="none" strike="noStrike">
                <a:solidFill>
                  <a:srgbClr val="000000"/>
                </a:solidFill>
                <a:latin typeface="Alexandria"/>
                <a:ea typeface="Alexandria"/>
                <a:cs typeface="Alexandria"/>
                <a:sym typeface="Alexandria"/>
              </a:rPr>
            </a:br>
            <a:endParaRPr i="0" sz="1600" u="none" cap="none" strike="noStrike">
              <a:solidFill>
                <a:srgbClr val="000000"/>
              </a:solidFill>
              <a:latin typeface="Alexandria"/>
              <a:ea typeface="Alexandria"/>
              <a:cs typeface="Alexandria"/>
              <a:sym typeface="Alexandria"/>
            </a:endParaRPr>
          </a:p>
          <a:p>
            <a:pPr indent="-330200" lvl="0" marL="457200" marR="0" rtl="0" algn="l">
              <a:lnSpc>
                <a:spcPct val="115000"/>
              </a:lnSpc>
              <a:spcBef>
                <a:spcPts val="0"/>
              </a:spcBef>
              <a:spcAft>
                <a:spcPts val="0"/>
              </a:spcAft>
              <a:buClr>
                <a:srgbClr val="000000"/>
              </a:buClr>
              <a:buSzPts val="1600"/>
              <a:buFont typeface="Alexandria"/>
              <a:buChar char="●"/>
            </a:pPr>
            <a:r>
              <a:rPr i="0" lang="en" sz="1600" u="none" cap="none" strike="noStrike">
                <a:solidFill>
                  <a:srgbClr val="000000"/>
                </a:solidFill>
                <a:latin typeface="Alexandria"/>
                <a:ea typeface="Alexandria"/>
                <a:cs typeface="Alexandria"/>
                <a:sym typeface="Alexandria"/>
              </a:rPr>
              <a:t>Installed on overhead lines to monitor fault conditions.</a:t>
            </a:r>
            <a:br>
              <a:rPr i="0" lang="en" sz="1600" u="none" cap="none" strike="noStrike">
                <a:solidFill>
                  <a:srgbClr val="000000"/>
                </a:solidFill>
                <a:latin typeface="Alexandria"/>
                <a:ea typeface="Alexandria"/>
                <a:cs typeface="Alexandria"/>
                <a:sym typeface="Alexandria"/>
              </a:rPr>
            </a:br>
            <a:endParaRPr i="0" sz="1600" u="none" cap="none" strike="noStrike">
              <a:solidFill>
                <a:srgbClr val="000000"/>
              </a:solidFill>
              <a:latin typeface="Alexandria"/>
              <a:ea typeface="Alexandria"/>
              <a:cs typeface="Alexandria"/>
              <a:sym typeface="Alexandria"/>
            </a:endParaRPr>
          </a:p>
          <a:p>
            <a:pPr indent="-330200" lvl="0" marL="457200" marR="0" rtl="0" algn="l">
              <a:lnSpc>
                <a:spcPct val="115000"/>
              </a:lnSpc>
              <a:spcBef>
                <a:spcPts val="0"/>
              </a:spcBef>
              <a:spcAft>
                <a:spcPts val="0"/>
              </a:spcAft>
              <a:buClr>
                <a:srgbClr val="000000"/>
              </a:buClr>
              <a:buSzPts val="1600"/>
              <a:buFont typeface="Alexandria"/>
              <a:buChar char="●"/>
            </a:pPr>
            <a:r>
              <a:rPr i="0" lang="en" sz="1600" u="none" cap="none" strike="noStrike">
                <a:solidFill>
                  <a:srgbClr val="000000"/>
                </a:solidFill>
                <a:latin typeface="Alexandria"/>
                <a:ea typeface="Alexandria"/>
                <a:cs typeface="Alexandria"/>
                <a:sym typeface="Alexandria"/>
              </a:rPr>
              <a:t>Provides quick indication for maintenance crews to locate faults.</a:t>
            </a:r>
            <a:br>
              <a:rPr i="0" lang="en" sz="1600" u="none" cap="none" strike="noStrike">
                <a:solidFill>
                  <a:srgbClr val="000000"/>
                </a:solidFill>
                <a:latin typeface="Alexandria"/>
                <a:ea typeface="Alexandria"/>
                <a:cs typeface="Alexandria"/>
                <a:sym typeface="Alexandria"/>
              </a:rPr>
            </a:br>
            <a:endParaRPr i="0" sz="1600" u="none" cap="none" strike="noStrike">
              <a:solidFill>
                <a:srgbClr val="000000"/>
              </a:solidFill>
              <a:latin typeface="Alexandria"/>
              <a:ea typeface="Alexandria"/>
              <a:cs typeface="Alexandria"/>
              <a:sym typeface="Alexandria"/>
            </a:endParaRPr>
          </a:p>
          <a:p>
            <a:pPr indent="-330200" lvl="0" marL="457200" marR="0" rtl="0" algn="l">
              <a:lnSpc>
                <a:spcPct val="115000"/>
              </a:lnSpc>
              <a:spcBef>
                <a:spcPts val="0"/>
              </a:spcBef>
              <a:spcAft>
                <a:spcPts val="0"/>
              </a:spcAft>
              <a:buClr>
                <a:srgbClr val="000000"/>
              </a:buClr>
              <a:buSzPts val="1600"/>
              <a:buFont typeface="Alexandria"/>
              <a:buChar char="●"/>
            </a:pPr>
            <a:r>
              <a:rPr i="0" lang="en" sz="1600" u="none" cap="none" strike="noStrike">
                <a:solidFill>
                  <a:srgbClr val="000000"/>
                </a:solidFill>
                <a:latin typeface="Alexandria"/>
                <a:ea typeface="Alexandria"/>
                <a:cs typeface="Alexandria"/>
                <a:sym typeface="Alexandria"/>
              </a:rPr>
              <a:t>Helps reduce outage time and improves system reliability.</a:t>
            </a:r>
            <a:endParaRPr i="0" sz="1600" u="none" cap="none" strike="noStrike">
              <a:solidFill>
                <a:srgbClr val="000000"/>
              </a:solidFill>
              <a:latin typeface="Alexandria"/>
              <a:ea typeface="Alexandria"/>
              <a:cs typeface="Alexandria"/>
              <a:sym typeface="Alexandria"/>
            </a:endParaRPr>
          </a:p>
        </p:txBody>
      </p:sp>
      <p:sp>
        <p:nvSpPr>
          <p:cNvPr id="415" name="Google Shape;415;p38"/>
          <p:cNvSpPr txBox="1"/>
          <p:nvPr/>
        </p:nvSpPr>
        <p:spPr>
          <a:xfrm>
            <a:off x="470400" y="514100"/>
            <a:ext cx="79782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rgbClr val="000000"/>
              </a:buClr>
              <a:buSzPts val="1900"/>
              <a:buFont typeface="Arial"/>
              <a:buNone/>
            </a:pPr>
            <a:r>
              <a:rPr b="1" lang="en" sz="2400">
                <a:latin typeface="Epilogue"/>
                <a:ea typeface="Epilogue"/>
                <a:cs typeface="Epilogue"/>
                <a:sym typeface="Epilogue"/>
              </a:rPr>
              <a:t>What is </a:t>
            </a:r>
            <a:r>
              <a:rPr b="1" lang="en" sz="2400">
                <a:latin typeface="Epilogue"/>
                <a:ea typeface="Epilogue"/>
                <a:cs typeface="Epilogue"/>
                <a:sym typeface="Epilogue"/>
              </a:rPr>
              <a:t>Fault Passage Indicator (FPI)?</a:t>
            </a:r>
            <a:endParaRPr sz="2400">
              <a:solidFill>
                <a:schemeClr val="dk1"/>
              </a:solidFill>
              <a:latin typeface="Epilogue"/>
              <a:ea typeface="Epilogue"/>
              <a:cs typeface="Epilogue"/>
              <a:sym typeface="Epilogue"/>
            </a:endParaRPr>
          </a:p>
        </p:txBody>
      </p:sp>
      <p:sp>
        <p:nvSpPr>
          <p:cNvPr id="416" name="Google Shape;416;p38"/>
          <p:cNvSpPr txBox="1"/>
          <p:nvPr>
            <p:ph idx="12" type="sldNum"/>
          </p:nvPr>
        </p:nvSpPr>
        <p:spPr>
          <a:xfrm>
            <a:off x="833313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39"/>
          <p:cNvSpPr txBox="1"/>
          <p:nvPr/>
        </p:nvSpPr>
        <p:spPr>
          <a:xfrm>
            <a:off x="1239675" y="4774200"/>
            <a:ext cx="3012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Sofia Sans ExtraBold"/>
                <a:ea typeface="Sofia Sans ExtraBold"/>
                <a:cs typeface="Sofia Sans ExtraBold"/>
                <a:sym typeface="Sofia Sans ExtraBold"/>
              </a:rPr>
              <a:t>Normal Fault Location and Repair Timeline</a:t>
            </a:r>
            <a:endParaRPr sz="1200">
              <a:latin typeface="Sofia Sans ExtraBold"/>
              <a:ea typeface="Sofia Sans ExtraBold"/>
              <a:cs typeface="Sofia Sans ExtraBold"/>
              <a:sym typeface="Sofia Sans ExtraBold"/>
            </a:endParaRPr>
          </a:p>
        </p:txBody>
      </p:sp>
      <p:pic>
        <p:nvPicPr>
          <p:cNvPr id="422" name="Google Shape;422;p39" title="Fault Location Using Fault Passage Indicators (FPIs) - visual selection (3).png"/>
          <p:cNvPicPr preferRelativeResize="0"/>
          <p:nvPr/>
        </p:nvPicPr>
        <p:blipFill rotWithShape="1">
          <a:blip r:embed="rId3">
            <a:alphaModFix/>
          </a:blip>
          <a:srcRect b="4722" l="0" r="0" t="8630"/>
          <a:stretch/>
        </p:blipFill>
        <p:spPr>
          <a:xfrm>
            <a:off x="859175" y="593223"/>
            <a:ext cx="3553999" cy="4255596"/>
          </a:xfrm>
          <a:prstGeom prst="rect">
            <a:avLst/>
          </a:prstGeom>
          <a:noFill/>
          <a:ln>
            <a:noFill/>
          </a:ln>
        </p:spPr>
      </p:pic>
      <p:pic>
        <p:nvPicPr>
          <p:cNvPr id="423" name="Google Shape;423;p39" title="Fault Location Using Fault Passage Indicators (FPIs) - visual selection (4).png"/>
          <p:cNvPicPr preferRelativeResize="0"/>
          <p:nvPr/>
        </p:nvPicPr>
        <p:blipFill rotWithShape="1">
          <a:blip r:embed="rId4">
            <a:alphaModFix/>
          </a:blip>
          <a:srcRect b="4218" l="0" r="0" t="10725"/>
          <a:stretch/>
        </p:blipFill>
        <p:spPr>
          <a:xfrm>
            <a:off x="4252575" y="692824"/>
            <a:ext cx="4426027" cy="3864627"/>
          </a:xfrm>
          <a:prstGeom prst="rect">
            <a:avLst/>
          </a:prstGeom>
          <a:noFill/>
          <a:ln>
            <a:noFill/>
          </a:ln>
        </p:spPr>
      </p:pic>
      <p:sp>
        <p:nvSpPr>
          <p:cNvPr id="424" name="Google Shape;424;p39"/>
          <p:cNvSpPr txBox="1"/>
          <p:nvPr/>
        </p:nvSpPr>
        <p:spPr>
          <a:xfrm>
            <a:off x="4959151" y="4774200"/>
            <a:ext cx="3342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Sofia Sans ExtraBold"/>
                <a:ea typeface="Sofia Sans ExtraBold"/>
                <a:cs typeface="Sofia Sans ExtraBold"/>
                <a:sym typeface="Sofia Sans ExtraBold"/>
              </a:rPr>
              <a:t>FPI based</a:t>
            </a:r>
            <a:r>
              <a:rPr lang="en" sz="1200">
                <a:latin typeface="Sofia Sans ExtraBold"/>
                <a:ea typeface="Sofia Sans ExtraBold"/>
                <a:cs typeface="Sofia Sans ExtraBold"/>
                <a:sym typeface="Sofia Sans ExtraBold"/>
              </a:rPr>
              <a:t> Fault Location and Repair Timelin</a:t>
            </a:r>
            <a:r>
              <a:rPr lang="en" sz="1200">
                <a:solidFill>
                  <a:schemeClr val="dk1"/>
                </a:solidFill>
                <a:latin typeface="Sofia Sans ExtraBold"/>
                <a:ea typeface="Sofia Sans ExtraBold"/>
                <a:cs typeface="Sofia Sans ExtraBold"/>
                <a:sym typeface="Sofia Sans ExtraBold"/>
              </a:rPr>
              <a:t>e</a:t>
            </a:r>
            <a:endParaRPr sz="1200">
              <a:solidFill>
                <a:schemeClr val="dk1"/>
              </a:solidFill>
              <a:latin typeface="Sofia Sans ExtraBold"/>
              <a:ea typeface="Sofia Sans ExtraBold"/>
              <a:cs typeface="Sofia Sans ExtraBold"/>
              <a:sym typeface="Sofia Sans ExtraBold"/>
            </a:endParaRPr>
          </a:p>
        </p:txBody>
      </p:sp>
      <p:sp>
        <p:nvSpPr>
          <p:cNvPr id="425" name="Google Shape;425;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6" name="Google Shape;426;p39"/>
          <p:cNvSpPr txBox="1"/>
          <p:nvPr/>
        </p:nvSpPr>
        <p:spPr>
          <a:xfrm>
            <a:off x="605125" y="103650"/>
            <a:ext cx="68355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Epilogue"/>
                <a:ea typeface="Epilogue"/>
                <a:cs typeface="Epilogue"/>
                <a:sym typeface="Epilogue"/>
              </a:rPr>
              <a:t>Timeline</a:t>
            </a:r>
            <a:r>
              <a:rPr b="1" lang="en" sz="2400">
                <a:latin typeface="Epilogue"/>
                <a:ea typeface="Epilogue"/>
                <a:cs typeface="Epilogue"/>
                <a:sym typeface="Epilogue"/>
              </a:rPr>
              <a:t> of system with and without FPI</a:t>
            </a:r>
            <a:endParaRPr b="1" sz="2400">
              <a:latin typeface="Epilogue"/>
              <a:ea typeface="Epilogue"/>
              <a:cs typeface="Epilogue"/>
              <a:sym typeface="Epilog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0"/>
          <p:cNvSpPr txBox="1"/>
          <p:nvPr>
            <p:ph idx="13" type="subTitle"/>
          </p:nvPr>
        </p:nvSpPr>
        <p:spPr>
          <a:xfrm>
            <a:off x="1419825" y="2654400"/>
            <a:ext cx="2931900" cy="5100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1800"/>
              <a:buNone/>
            </a:pPr>
            <a:r>
              <a:rPr lang="en" sz="1600">
                <a:solidFill>
                  <a:srgbClr val="000000"/>
                </a:solidFill>
                <a:latin typeface="Alexandria"/>
                <a:ea typeface="Alexandria"/>
                <a:cs typeface="Alexandria"/>
                <a:sym typeface="Alexandria"/>
              </a:rPr>
              <a:t>Sends real time status alerts</a:t>
            </a:r>
            <a:endParaRPr sz="1600">
              <a:solidFill>
                <a:srgbClr val="000000"/>
              </a:solidFill>
              <a:latin typeface="Alexandria"/>
              <a:ea typeface="Alexandria"/>
              <a:cs typeface="Alexandria"/>
              <a:sym typeface="Alexandria"/>
            </a:endParaRPr>
          </a:p>
        </p:txBody>
      </p:sp>
      <p:sp>
        <p:nvSpPr>
          <p:cNvPr id="432" name="Google Shape;432;p40"/>
          <p:cNvSpPr txBox="1"/>
          <p:nvPr>
            <p:ph idx="5" type="title"/>
          </p:nvPr>
        </p:nvSpPr>
        <p:spPr>
          <a:xfrm>
            <a:off x="721400" y="1280900"/>
            <a:ext cx="564600" cy="6555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en" sz="1800">
                <a:latin typeface="Epilogue SemiBold"/>
                <a:ea typeface="Epilogue SemiBold"/>
                <a:cs typeface="Epilogue SemiBold"/>
                <a:sym typeface="Epilogue SemiBold"/>
              </a:rPr>
              <a:t>01</a:t>
            </a:r>
            <a:endParaRPr sz="1800">
              <a:latin typeface="Epilogue SemiBold"/>
              <a:ea typeface="Epilogue SemiBold"/>
              <a:cs typeface="Epilogue SemiBold"/>
              <a:sym typeface="Epilogue SemiBold"/>
            </a:endParaRPr>
          </a:p>
        </p:txBody>
      </p:sp>
      <p:sp>
        <p:nvSpPr>
          <p:cNvPr id="433" name="Google Shape;433;p40"/>
          <p:cNvSpPr txBox="1"/>
          <p:nvPr>
            <p:ph idx="9" type="subTitle"/>
          </p:nvPr>
        </p:nvSpPr>
        <p:spPr>
          <a:xfrm>
            <a:off x="1419838" y="1280899"/>
            <a:ext cx="2931900" cy="576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800"/>
              <a:buNone/>
            </a:pPr>
            <a:r>
              <a:rPr b="0" lang="en" sz="1600">
                <a:solidFill>
                  <a:srgbClr val="000000"/>
                </a:solidFill>
                <a:latin typeface="Alexandria SemiBold"/>
                <a:ea typeface="Alexandria SemiBold"/>
                <a:cs typeface="Alexandria SemiBold"/>
                <a:sym typeface="Alexandria SemiBold"/>
              </a:rPr>
              <a:t>Detects fault current and current </a:t>
            </a:r>
            <a:r>
              <a:rPr b="0" lang="en" sz="1600">
                <a:solidFill>
                  <a:srgbClr val="000000"/>
                </a:solidFill>
                <a:latin typeface="Alexandria SemiBold"/>
                <a:ea typeface="Alexandria SemiBold"/>
                <a:cs typeface="Alexandria SemiBold"/>
                <a:sym typeface="Alexandria SemiBold"/>
              </a:rPr>
              <a:t>overflow</a:t>
            </a:r>
            <a:endParaRPr b="0" sz="1600">
              <a:latin typeface="Alexandria SemiBold"/>
              <a:ea typeface="Alexandria SemiBold"/>
              <a:cs typeface="Alexandria SemiBold"/>
              <a:sym typeface="Alexandria SemiBold"/>
            </a:endParaRPr>
          </a:p>
        </p:txBody>
      </p:sp>
      <p:sp>
        <p:nvSpPr>
          <p:cNvPr id="434" name="Google Shape;434;p40"/>
          <p:cNvSpPr txBox="1"/>
          <p:nvPr>
            <p:ph idx="15" type="subTitle"/>
          </p:nvPr>
        </p:nvSpPr>
        <p:spPr>
          <a:xfrm>
            <a:off x="5184000" y="2654400"/>
            <a:ext cx="2931900" cy="5100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1800"/>
              <a:buNone/>
            </a:pPr>
            <a:r>
              <a:rPr lang="en" sz="1600">
                <a:solidFill>
                  <a:srgbClr val="000000"/>
                </a:solidFill>
                <a:latin typeface="Alexandria"/>
                <a:ea typeface="Alexandria"/>
                <a:cs typeface="Alexandria"/>
                <a:sym typeface="Alexandria"/>
              </a:rPr>
              <a:t>A</a:t>
            </a:r>
            <a:r>
              <a:rPr lang="en" sz="1600">
                <a:solidFill>
                  <a:srgbClr val="000000"/>
                </a:solidFill>
                <a:latin typeface="Alexandria"/>
                <a:ea typeface="Alexandria"/>
                <a:cs typeface="Alexandria"/>
                <a:sym typeface="Alexandria"/>
              </a:rPr>
              <a:t>ctivates  and signals the central server</a:t>
            </a:r>
            <a:endParaRPr sz="1600">
              <a:solidFill>
                <a:srgbClr val="000000"/>
              </a:solidFill>
              <a:latin typeface="Alexandria"/>
              <a:ea typeface="Alexandria"/>
              <a:cs typeface="Alexandria"/>
              <a:sym typeface="Alexandria"/>
            </a:endParaRPr>
          </a:p>
        </p:txBody>
      </p:sp>
      <p:sp>
        <p:nvSpPr>
          <p:cNvPr id="435" name="Google Shape;435;p40"/>
          <p:cNvSpPr txBox="1"/>
          <p:nvPr>
            <p:ph type="title"/>
          </p:nvPr>
        </p:nvSpPr>
        <p:spPr>
          <a:xfrm>
            <a:off x="720000" y="38997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400">
                <a:solidFill>
                  <a:srgbClr val="000000"/>
                </a:solidFill>
              </a:rPr>
              <a:t>Functional Requirements</a:t>
            </a:r>
            <a:endParaRPr sz="2400">
              <a:solidFill>
                <a:srgbClr val="000000"/>
              </a:solidFill>
            </a:endParaRPr>
          </a:p>
        </p:txBody>
      </p:sp>
      <p:sp>
        <p:nvSpPr>
          <p:cNvPr id="436" name="Google Shape;436;p40"/>
          <p:cNvSpPr txBox="1"/>
          <p:nvPr>
            <p:ph idx="6" type="title"/>
          </p:nvPr>
        </p:nvSpPr>
        <p:spPr>
          <a:xfrm>
            <a:off x="4485575" y="1280900"/>
            <a:ext cx="564600" cy="7674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en" sz="1800">
                <a:latin typeface="Epilogue SemiBold"/>
                <a:ea typeface="Epilogue SemiBold"/>
                <a:cs typeface="Epilogue SemiBold"/>
                <a:sym typeface="Epilogue SemiBold"/>
              </a:rPr>
              <a:t>02</a:t>
            </a:r>
            <a:endParaRPr sz="1800">
              <a:latin typeface="Epilogue SemiBold"/>
              <a:ea typeface="Epilogue SemiBold"/>
              <a:cs typeface="Epilogue SemiBold"/>
              <a:sym typeface="Epilogue SemiBold"/>
            </a:endParaRPr>
          </a:p>
        </p:txBody>
      </p:sp>
      <p:sp>
        <p:nvSpPr>
          <p:cNvPr id="437" name="Google Shape;437;p40"/>
          <p:cNvSpPr txBox="1"/>
          <p:nvPr>
            <p:ph idx="7" type="title"/>
          </p:nvPr>
        </p:nvSpPr>
        <p:spPr>
          <a:xfrm>
            <a:off x="721400" y="2462275"/>
            <a:ext cx="564600" cy="7674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en" sz="1800">
                <a:latin typeface="Epilogue SemiBold"/>
                <a:ea typeface="Epilogue SemiBold"/>
                <a:cs typeface="Epilogue SemiBold"/>
                <a:sym typeface="Epilogue SemiBold"/>
              </a:rPr>
              <a:t>03</a:t>
            </a:r>
            <a:endParaRPr sz="1800">
              <a:latin typeface="Epilogue SemiBold"/>
              <a:ea typeface="Epilogue SemiBold"/>
              <a:cs typeface="Epilogue SemiBold"/>
              <a:sym typeface="Epilogue SemiBold"/>
            </a:endParaRPr>
          </a:p>
        </p:txBody>
      </p:sp>
      <p:sp>
        <p:nvSpPr>
          <p:cNvPr id="438" name="Google Shape;438;p40"/>
          <p:cNvSpPr txBox="1"/>
          <p:nvPr>
            <p:ph idx="8" type="title"/>
          </p:nvPr>
        </p:nvSpPr>
        <p:spPr>
          <a:xfrm>
            <a:off x="4485575" y="2442325"/>
            <a:ext cx="564600" cy="8073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en" sz="1800">
                <a:latin typeface="Epilogue SemiBold"/>
                <a:ea typeface="Epilogue SemiBold"/>
                <a:cs typeface="Epilogue SemiBold"/>
                <a:sym typeface="Epilogue SemiBold"/>
              </a:rPr>
              <a:t>04</a:t>
            </a:r>
            <a:endParaRPr sz="1800">
              <a:latin typeface="Epilogue SemiBold"/>
              <a:ea typeface="Epilogue SemiBold"/>
              <a:cs typeface="Epilogue SemiBold"/>
              <a:sym typeface="Epilogue SemiBold"/>
            </a:endParaRPr>
          </a:p>
        </p:txBody>
      </p:sp>
      <p:sp>
        <p:nvSpPr>
          <p:cNvPr id="439" name="Google Shape;439;p40"/>
          <p:cNvSpPr txBox="1"/>
          <p:nvPr>
            <p:ph idx="14" type="subTitle"/>
          </p:nvPr>
        </p:nvSpPr>
        <p:spPr>
          <a:xfrm>
            <a:off x="5184000" y="1608436"/>
            <a:ext cx="2931900" cy="4002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1800"/>
              <a:buNone/>
            </a:pPr>
            <a:r>
              <a:rPr lang="en" sz="1600">
                <a:solidFill>
                  <a:srgbClr val="000000"/>
                </a:solidFill>
                <a:latin typeface="Alexandria"/>
                <a:ea typeface="Alexandria"/>
                <a:cs typeface="Alexandria"/>
                <a:sym typeface="Alexandria"/>
              </a:rPr>
              <a:t>Measures </a:t>
            </a:r>
            <a:r>
              <a:rPr lang="en" sz="1600">
                <a:solidFill>
                  <a:srgbClr val="000000"/>
                </a:solidFill>
                <a:latin typeface="Alexandria"/>
                <a:ea typeface="Alexandria"/>
                <a:cs typeface="Alexandria"/>
                <a:sym typeface="Alexandria"/>
              </a:rPr>
              <a:t>Accurate current flow</a:t>
            </a:r>
            <a:endParaRPr sz="1600">
              <a:solidFill>
                <a:srgbClr val="000000"/>
              </a:solidFill>
              <a:latin typeface="Alexandria"/>
              <a:ea typeface="Alexandria"/>
              <a:cs typeface="Alexandria"/>
              <a:sym typeface="Alexandria"/>
            </a:endParaRPr>
          </a:p>
        </p:txBody>
      </p:sp>
      <p:sp>
        <p:nvSpPr>
          <p:cNvPr id="440" name="Google Shape;440;p40"/>
          <p:cNvSpPr txBox="1"/>
          <p:nvPr/>
        </p:nvSpPr>
        <p:spPr>
          <a:xfrm>
            <a:off x="1385788" y="3835050"/>
            <a:ext cx="3000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n" sz="1600">
                <a:latin typeface="Alexandria SemiBold"/>
                <a:ea typeface="Alexandria SemiBold"/>
                <a:cs typeface="Alexandria SemiBold"/>
                <a:sym typeface="Alexandria SemiBold"/>
              </a:rPr>
              <a:t>Reduces fault detection identification time</a:t>
            </a:r>
            <a:endParaRPr i="0" sz="1600" u="none" cap="none" strike="noStrike">
              <a:latin typeface="Alexandria SemiBold"/>
              <a:ea typeface="Alexandria SemiBold"/>
              <a:cs typeface="Alexandria SemiBold"/>
              <a:sym typeface="Alexandria SemiBold"/>
            </a:endParaRPr>
          </a:p>
        </p:txBody>
      </p:sp>
      <p:sp>
        <p:nvSpPr>
          <p:cNvPr id="441" name="Google Shape;441;p40"/>
          <p:cNvSpPr txBox="1"/>
          <p:nvPr>
            <p:ph idx="8" type="title"/>
          </p:nvPr>
        </p:nvSpPr>
        <p:spPr>
          <a:xfrm>
            <a:off x="721400" y="3755550"/>
            <a:ext cx="564600" cy="8073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en" sz="1800">
                <a:latin typeface="Epilogue SemiBold"/>
                <a:ea typeface="Epilogue SemiBold"/>
                <a:cs typeface="Epilogue SemiBold"/>
                <a:sym typeface="Epilogue SemiBold"/>
              </a:rPr>
              <a:t>05</a:t>
            </a:r>
            <a:endParaRPr sz="1800">
              <a:latin typeface="Epilogue SemiBold"/>
              <a:ea typeface="Epilogue SemiBold"/>
              <a:cs typeface="Epilogue SemiBold"/>
              <a:sym typeface="Epilogue SemiBold"/>
            </a:endParaRPr>
          </a:p>
        </p:txBody>
      </p:sp>
      <p:sp>
        <p:nvSpPr>
          <p:cNvPr id="442" name="Google Shape;442;p40"/>
          <p:cNvSpPr txBox="1"/>
          <p:nvPr>
            <p:ph idx="8" type="title"/>
          </p:nvPr>
        </p:nvSpPr>
        <p:spPr>
          <a:xfrm>
            <a:off x="4485600" y="3864450"/>
            <a:ext cx="564600" cy="807300"/>
          </a:xfrm>
          <a:prstGeom prst="rect">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en" sz="1800">
                <a:latin typeface="Epilogue SemiBold"/>
                <a:ea typeface="Epilogue SemiBold"/>
                <a:cs typeface="Epilogue SemiBold"/>
                <a:sym typeface="Epilogue SemiBold"/>
              </a:rPr>
              <a:t>06</a:t>
            </a:r>
            <a:endParaRPr sz="1800">
              <a:latin typeface="Epilogue SemiBold"/>
              <a:ea typeface="Epilogue SemiBold"/>
              <a:cs typeface="Epilogue SemiBold"/>
              <a:sym typeface="Epilogue SemiBold"/>
            </a:endParaRPr>
          </a:p>
        </p:txBody>
      </p:sp>
      <p:sp>
        <p:nvSpPr>
          <p:cNvPr id="443" name="Google Shape;443;p40"/>
          <p:cNvSpPr txBox="1"/>
          <p:nvPr/>
        </p:nvSpPr>
        <p:spPr>
          <a:xfrm>
            <a:off x="5184000" y="3743550"/>
            <a:ext cx="3168000" cy="8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latin typeface="Alexandria"/>
                <a:ea typeface="Alexandria"/>
                <a:cs typeface="Alexandria"/>
                <a:sym typeface="Alexandria"/>
              </a:rPr>
              <a:t>Detects Current theft by comparing the flow of current </a:t>
            </a:r>
            <a:r>
              <a:rPr b="1" lang="en" sz="1600">
                <a:latin typeface="Alexandria"/>
                <a:ea typeface="Alexandria"/>
                <a:cs typeface="Alexandria"/>
                <a:sym typeface="Alexandria"/>
              </a:rPr>
              <a:t>in between 2 consecutive poles</a:t>
            </a:r>
            <a:endParaRPr b="1" sz="1600">
              <a:latin typeface="Alexandria"/>
              <a:ea typeface="Alexandria"/>
              <a:cs typeface="Alexandria"/>
              <a:sym typeface="Alexandria"/>
            </a:endParaRPr>
          </a:p>
        </p:txBody>
      </p:sp>
      <p:sp>
        <p:nvSpPr>
          <p:cNvPr id="444" name="Google Shape;444;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1"/>
          <p:cNvSpPr txBox="1"/>
          <p:nvPr>
            <p:ph type="title"/>
          </p:nvPr>
        </p:nvSpPr>
        <p:spPr>
          <a:xfrm>
            <a:off x="717000" y="2568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400">
                <a:solidFill>
                  <a:srgbClr val="000000"/>
                </a:solidFill>
              </a:rPr>
              <a:t>Non Functional Requirements</a:t>
            </a:r>
            <a:endParaRPr sz="2400">
              <a:solidFill>
                <a:srgbClr val="000000"/>
              </a:solidFill>
            </a:endParaRPr>
          </a:p>
        </p:txBody>
      </p:sp>
      <p:sp>
        <p:nvSpPr>
          <p:cNvPr id="450" name="Google Shape;450;p41"/>
          <p:cNvSpPr txBox="1"/>
          <p:nvPr>
            <p:ph idx="2" type="subTitle"/>
          </p:nvPr>
        </p:nvSpPr>
        <p:spPr>
          <a:xfrm>
            <a:off x="531550" y="777500"/>
            <a:ext cx="7704000" cy="4035600"/>
          </a:xfrm>
          <a:prstGeom prst="rect">
            <a:avLst/>
          </a:prstGeom>
          <a:noFill/>
          <a:ln>
            <a:noFill/>
          </a:ln>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Clr>
                <a:srgbClr val="000000"/>
              </a:buClr>
              <a:buSzPts val="1600"/>
              <a:buFont typeface="Alexandria"/>
              <a:buChar char="●"/>
            </a:pPr>
            <a:r>
              <a:rPr lang="en" sz="1600">
                <a:solidFill>
                  <a:srgbClr val="000000"/>
                </a:solidFill>
                <a:latin typeface="Alexandria"/>
                <a:ea typeface="Alexandria"/>
                <a:cs typeface="Alexandria"/>
                <a:sym typeface="Alexandria"/>
              </a:rPr>
              <a:t>D</a:t>
            </a:r>
            <a:r>
              <a:rPr lang="en" sz="1600">
                <a:solidFill>
                  <a:srgbClr val="000000"/>
                </a:solidFill>
                <a:latin typeface="Alexandria"/>
                <a:ea typeface="Alexandria"/>
                <a:cs typeface="Alexandria"/>
                <a:sym typeface="Alexandria"/>
              </a:rPr>
              <a:t>emonstrate detection performance across repeated fault events under identical operating conditions.</a:t>
            </a:r>
            <a:endParaRPr sz="1600">
              <a:solidFill>
                <a:srgbClr val="000000"/>
              </a:solidFill>
              <a:latin typeface="Alexandria"/>
              <a:ea typeface="Alexandria"/>
              <a:cs typeface="Alexandria"/>
              <a:sym typeface="Alexandria"/>
            </a:endParaRPr>
          </a:p>
          <a:p>
            <a:pPr indent="0" lvl="0" marL="0" rtl="0" algn="l">
              <a:lnSpc>
                <a:spcPct val="100000"/>
              </a:lnSpc>
              <a:spcBef>
                <a:spcPts val="0"/>
              </a:spcBef>
              <a:spcAft>
                <a:spcPts val="0"/>
              </a:spcAft>
              <a:buSzPts val="1400"/>
              <a:buNone/>
            </a:pPr>
            <a:r>
              <a:t/>
            </a:r>
            <a:endParaRPr sz="1600">
              <a:solidFill>
                <a:srgbClr val="000000"/>
              </a:solidFill>
              <a:latin typeface="Alexandria"/>
              <a:ea typeface="Alexandria"/>
              <a:cs typeface="Alexandria"/>
              <a:sym typeface="Alexandria"/>
            </a:endParaRPr>
          </a:p>
          <a:p>
            <a:pPr indent="-330200" lvl="0" marL="457200" rtl="0" algn="l">
              <a:lnSpc>
                <a:spcPct val="100000"/>
              </a:lnSpc>
              <a:spcBef>
                <a:spcPts val="0"/>
              </a:spcBef>
              <a:spcAft>
                <a:spcPts val="0"/>
              </a:spcAft>
              <a:buClr>
                <a:srgbClr val="000000"/>
              </a:buClr>
              <a:buSzPts val="1600"/>
              <a:buFont typeface="Alexandria"/>
              <a:buChar char="●"/>
            </a:pPr>
            <a:r>
              <a:rPr lang="en" sz="1600">
                <a:solidFill>
                  <a:srgbClr val="000000"/>
                </a:solidFill>
                <a:latin typeface="Alexandria"/>
                <a:ea typeface="Alexandria"/>
                <a:cs typeface="Alexandria"/>
                <a:sym typeface="Alexandria"/>
              </a:rPr>
              <a:t>The device should be waterproof.</a:t>
            </a:r>
            <a:endParaRPr sz="1600">
              <a:solidFill>
                <a:srgbClr val="000000"/>
              </a:solidFill>
              <a:latin typeface="Alexandria"/>
              <a:ea typeface="Alexandria"/>
              <a:cs typeface="Alexandria"/>
              <a:sym typeface="Alexandria"/>
            </a:endParaRPr>
          </a:p>
          <a:p>
            <a:pPr indent="0" lvl="0" marL="0" rtl="0" algn="l">
              <a:lnSpc>
                <a:spcPct val="100000"/>
              </a:lnSpc>
              <a:spcBef>
                <a:spcPts val="0"/>
              </a:spcBef>
              <a:spcAft>
                <a:spcPts val="0"/>
              </a:spcAft>
              <a:buSzPts val="1400"/>
              <a:buNone/>
            </a:pPr>
            <a:r>
              <a:t/>
            </a:r>
            <a:endParaRPr sz="1600">
              <a:solidFill>
                <a:srgbClr val="000000"/>
              </a:solidFill>
              <a:latin typeface="Alexandria"/>
              <a:ea typeface="Alexandria"/>
              <a:cs typeface="Alexandria"/>
              <a:sym typeface="Alexandria"/>
            </a:endParaRPr>
          </a:p>
          <a:p>
            <a:pPr indent="-330200" lvl="0" marL="457200" rtl="0" algn="l">
              <a:lnSpc>
                <a:spcPct val="100000"/>
              </a:lnSpc>
              <a:spcBef>
                <a:spcPts val="0"/>
              </a:spcBef>
              <a:spcAft>
                <a:spcPts val="0"/>
              </a:spcAft>
              <a:buClr>
                <a:srgbClr val="000000"/>
              </a:buClr>
              <a:buSzPts val="1600"/>
              <a:buFont typeface="Alexandria"/>
              <a:buChar char="●"/>
            </a:pPr>
            <a:r>
              <a:rPr lang="en" sz="1600">
                <a:solidFill>
                  <a:srgbClr val="000000"/>
                </a:solidFill>
                <a:latin typeface="Alexandria"/>
                <a:ea typeface="Alexandria"/>
                <a:cs typeface="Alexandria"/>
                <a:sym typeface="Alexandria"/>
              </a:rPr>
              <a:t>S</a:t>
            </a:r>
            <a:r>
              <a:rPr lang="en" sz="1600">
                <a:solidFill>
                  <a:srgbClr val="000000"/>
                </a:solidFill>
                <a:latin typeface="Alexandria"/>
                <a:ea typeface="Alexandria"/>
                <a:cs typeface="Alexandria"/>
                <a:sym typeface="Alexandria"/>
              </a:rPr>
              <a:t>ends damage signal i</a:t>
            </a:r>
            <a:r>
              <a:rPr lang="en" sz="1600">
                <a:solidFill>
                  <a:srgbClr val="000000"/>
                </a:solidFill>
                <a:latin typeface="Alexandria"/>
                <a:ea typeface="Alexandria"/>
                <a:cs typeface="Alexandria"/>
                <a:sym typeface="Alexandria"/>
              </a:rPr>
              <a:t>n case of FPI damage.</a:t>
            </a:r>
            <a:endParaRPr sz="1600">
              <a:solidFill>
                <a:srgbClr val="000000"/>
              </a:solidFill>
              <a:latin typeface="Alexandria"/>
              <a:ea typeface="Alexandria"/>
              <a:cs typeface="Alexandria"/>
              <a:sym typeface="Alexandria"/>
            </a:endParaRPr>
          </a:p>
          <a:p>
            <a:pPr indent="0" lvl="0" marL="0" rtl="0" algn="l">
              <a:lnSpc>
                <a:spcPct val="100000"/>
              </a:lnSpc>
              <a:spcBef>
                <a:spcPts val="0"/>
              </a:spcBef>
              <a:spcAft>
                <a:spcPts val="0"/>
              </a:spcAft>
              <a:buSzPts val="1400"/>
              <a:buNone/>
            </a:pPr>
            <a:r>
              <a:t/>
            </a:r>
            <a:endParaRPr sz="1600">
              <a:solidFill>
                <a:srgbClr val="000000"/>
              </a:solidFill>
              <a:latin typeface="Alexandria"/>
              <a:ea typeface="Alexandria"/>
              <a:cs typeface="Alexandria"/>
              <a:sym typeface="Alexandria"/>
            </a:endParaRPr>
          </a:p>
          <a:p>
            <a:pPr indent="-330200" lvl="0" marL="457200" rtl="0" algn="l">
              <a:lnSpc>
                <a:spcPct val="100000"/>
              </a:lnSpc>
              <a:spcBef>
                <a:spcPts val="0"/>
              </a:spcBef>
              <a:spcAft>
                <a:spcPts val="0"/>
              </a:spcAft>
              <a:buClr>
                <a:srgbClr val="000000"/>
              </a:buClr>
              <a:buSzPts val="1600"/>
              <a:buFont typeface="Alexandria"/>
              <a:buChar char="●"/>
            </a:pPr>
            <a:r>
              <a:rPr lang="en" sz="1600">
                <a:solidFill>
                  <a:srgbClr val="000000"/>
                </a:solidFill>
                <a:latin typeface="Alexandria"/>
                <a:ea typeface="Alexandria"/>
                <a:cs typeface="Alexandria"/>
                <a:sym typeface="Alexandria"/>
              </a:rPr>
              <a:t>The interference is fixed within a system and isn't dynamic .</a:t>
            </a:r>
            <a:endParaRPr sz="1600">
              <a:solidFill>
                <a:srgbClr val="000000"/>
              </a:solidFill>
              <a:latin typeface="Alexandria"/>
              <a:ea typeface="Alexandria"/>
              <a:cs typeface="Alexandria"/>
              <a:sym typeface="Alexandria"/>
            </a:endParaRPr>
          </a:p>
          <a:p>
            <a:pPr indent="0" lvl="0" marL="457200" rtl="0" algn="l">
              <a:lnSpc>
                <a:spcPct val="100000"/>
              </a:lnSpc>
              <a:spcBef>
                <a:spcPts val="0"/>
              </a:spcBef>
              <a:spcAft>
                <a:spcPts val="0"/>
              </a:spcAft>
              <a:buNone/>
            </a:pPr>
            <a:r>
              <a:t/>
            </a:r>
            <a:endParaRPr sz="1600">
              <a:solidFill>
                <a:srgbClr val="000000"/>
              </a:solidFill>
              <a:latin typeface="Alexandria"/>
              <a:ea typeface="Alexandria"/>
              <a:cs typeface="Alexandria"/>
              <a:sym typeface="Alexandria"/>
            </a:endParaRPr>
          </a:p>
          <a:p>
            <a:pPr indent="-330200" lvl="0" marL="457200" rtl="0" algn="l">
              <a:lnSpc>
                <a:spcPct val="100000"/>
              </a:lnSpc>
              <a:spcBef>
                <a:spcPts val="0"/>
              </a:spcBef>
              <a:spcAft>
                <a:spcPts val="0"/>
              </a:spcAft>
              <a:buClr>
                <a:srgbClr val="000000"/>
              </a:buClr>
              <a:buSzPts val="1600"/>
              <a:buFont typeface="Alexandria"/>
              <a:buChar char="●"/>
            </a:pPr>
            <a:r>
              <a:rPr lang="en" sz="1600">
                <a:solidFill>
                  <a:srgbClr val="000000"/>
                </a:solidFill>
                <a:latin typeface="Alexandria"/>
                <a:ea typeface="Alexandria"/>
                <a:cs typeface="Alexandria"/>
                <a:sym typeface="Alexandria"/>
              </a:rPr>
              <a:t>Detects the type of faults.</a:t>
            </a:r>
            <a:endParaRPr sz="1600">
              <a:solidFill>
                <a:srgbClr val="000000"/>
              </a:solidFill>
              <a:latin typeface="Alexandria"/>
              <a:ea typeface="Alexandria"/>
              <a:cs typeface="Alexandria"/>
              <a:sym typeface="Alexandria"/>
            </a:endParaRPr>
          </a:p>
          <a:p>
            <a:pPr indent="0" lvl="0" marL="457200" rtl="0" algn="l">
              <a:lnSpc>
                <a:spcPct val="100000"/>
              </a:lnSpc>
              <a:spcBef>
                <a:spcPts val="0"/>
              </a:spcBef>
              <a:spcAft>
                <a:spcPts val="0"/>
              </a:spcAft>
              <a:buNone/>
            </a:pPr>
            <a:r>
              <a:t/>
            </a:r>
            <a:endParaRPr sz="1600">
              <a:solidFill>
                <a:srgbClr val="000000"/>
              </a:solidFill>
              <a:latin typeface="Alexandria"/>
              <a:ea typeface="Alexandria"/>
              <a:cs typeface="Alexandria"/>
              <a:sym typeface="Alexandria"/>
            </a:endParaRPr>
          </a:p>
          <a:p>
            <a:pPr indent="-330200" lvl="0" marL="457200" rtl="0" algn="l">
              <a:lnSpc>
                <a:spcPct val="100000"/>
              </a:lnSpc>
              <a:spcBef>
                <a:spcPts val="0"/>
              </a:spcBef>
              <a:spcAft>
                <a:spcPts val="0"/>
              </a:spcAft>
              <a:buClr>
                <a:srgbClr val="000000"/>
              </a:buClr>
              <a:buSzPts val="1600"/>
              <a:buFont typeface="Alexandria"/>
              <a:buChar char="●"/>
            </a:pPr>
            <a:r>
              <a:rPr lang="en" sz="1600">
                <a:solidFill>
                  <a:srgbClr val="000000"/>
                </a:solidFill>
                <a:latin typeface="Alexandria"/>
                <a:ea typeface="Alexandria"/>
                <a:cs typeface="Alexandria"/>
                <a:sym typeface="Alexandria"/>
              </a:rPr>
              <a:t>Analyses the wire condition.</a:t>
            </a:r>
            <a:endParaRPr sz="1600">
              <a:solidFill>
                <a:srgbClr val="000000"/>
              </a:solidFill>
              <a:latin typeface="Alexandria"/>
              <a:ea typeface="Alexandria"/>
              <a:cs typeface="Alexandria"/>
              <a:sym typeface="Alexandria"/>
            </a:endParaRPr>
          </a:p>
          <a:p>
            <a:pPr indent="0" lvl="0" marL="457200" rtl="0" algn="l">
              <a:lnSpc>
                <a:spcPct val="100000"/>
              </a:lnSpc>
              <a:spcBef>
                <a:spcPts val="0"/>
              </a:spcBef>
              <a:spcAft>
                <a:spcPts val="0"/>
              </a:spcAft>
              <a:buNone/>
            </a:pPr>
            <a:r>
              <a:t/>
            </a:r>
            <a:endParaRPr sz="1600">
              <a:solidFill>
                <a:srgbClr val="000000"/>
              </a:solidFill>
              <a:latin typeface="Alexandria"/>
              <a:ea typeface="Alexandria"/>
              <a:cs typeface="Alexandria"/>
              <a:sym typeface="Alexandria"/>
            </a:endParaRPr>
          </a:p>
          <a:p>
            <a:pPr indent="-330200" lvl="0" marL="457200" rtl="0" algn="l">
              <a:lnSpc>
                <a:spcPct val="100000"/>
              </a:lnSpc>
              <a:spcBef>
                <a:spcPts val="0"/>
              </a:spcBef>
              <a:spcAft>
                <a:spcPts val="0"/>
              </a:spcAft>
              <a:buClr>
                <a:srgbClr val="000000"/>
              </a:buClr>
              <a:buSzPts val="1600"/>
              <a:buFont typeface="Alexandria"/>
              <a:buChar char="●"/>
            </a:pPr>
            <a:r>
              <a:rPr lang="en" sz="1600">
                <a:solidFill>
                  <a:srgbClr val="000000"/>
                </a:solidFill>
                <a:latin typeface="Alexandria"/>
                <a:ea typeface="Alexandria"/>
                <a:cs typeface="Alexandria"/>
                <a:sym typeface="Alexandria"/>
              </a:rPr>
              <a:t>Efficiency should be above 95%.</a:t>
            </a:r>
            <a:endParaRPr sz="1600">
              <a:solidFill>
                <a:srgbClr val="000000"/>
              </a:solidFill>
              <a:latin typeface="Alexandria"/>
              <a:ea typeface="Alexandria"/>
              <a:cs typeface="Alexandria"/>
              <a:sym typeface="Alexandria"/>
            </a:endParaRPr>
          </a:p>
          <a:p>
            <a:pPr indent="0" lvl="0" marL="0" rtl="0" algn="l">
              <a:lnSpc>
                <a:spcPct val="100000"/>
              </a:lnSpc>
              <a:spcBef>
                <a:spcPts val="0"/>
              </a:spcBef>
              <a:spcAft>
                <a:spcPts val="0"/>
              </a:spcAft>
              <a:buNone/>
            </a:pPr>
            <a:r>
              <a:t/>
            </a:r>
            <a:endParaRPr sz="1600">
              <a:solidFill>
                <a:srgbClr val="000000"/>
              </a:solidFill>
              <a:latin typeface="Alexandria"/>
              <a:ea typeface="Alexandria"/>
              <a:cs typeface="Alexandria"/>
              <a:sym typeface="Alexandria"/>
            </a:endParaRPr>
          </a:p>
          <a:p>
            <a:pPr indent="-330200" lvl="0" marL="457200" rtl="0" algn="l">
              <a:lnSpc>
                <a:spcPct val="100000"/>
              </a:lnSpc>
              <a:spcBef>
                <a:spcPts val="0"/>
              </a:spcBef>
              <a:spcAft>
                <a:spcPts val="0"/>
              </a:spcAft>
              <a:buClr>
                <a:srgbClr val="000000"/>
              </a:buClr>
              <a:buSzPts val="1600"/>
              <a:buFont typeface="Alexandria"/>
              <a:buChar char="●"/>
            </a:pPr>
            <a:r>
              <a:rPr lang="en" sz="1600">
                <a:solidFill>
                  <a:srgbClr val="000000"/>
                </a:solidFill>
                <a:latin typeface="Alexandria"/>
                <a:ea typeface="Alexandria"/>
                <a:cs typeface="Alexandria"/>
                <a:sym typeface="Alexandria"/>
              </a:rPr>
              <a:t>Response</a:t>
            </a:r>
            <a:r>
              <a:rPr lang="en" sz="1600">
                <a:solidFill>
                  <a:srgbClr val="000000"/>
                </a:solidFill>
                <a:latin typeface="Alexandria"/>
                <a:ea typeface="Alexandria"/>
                <a:cs typeface="Alexandria"/>
                <a:sym typeface="Alexandria"/>
              </a:rPr>
              <a:t> time should be less than 0.2s to 0.5s.</a:t>
            </a:r>
            <a:endParaRPr sz="1600">
              <a:solidFill>
                <a:srgbClr val="000000"/>
              </a:solidFill>
              <a:latin typeface="Alexandria"/>
              <a:ea typeface="Alexandria"/>
              <a:cs typeface="Alexandria"/>
              <a:sym typeface="Alexandria"/>
            </a:endParaRPr>
          </a:p>
        </p:txBody>
      </p:sp>
      <p:sp>
        <p:nvSpPr>
          <p:cNvPr id="451" name="Google Shape;451;p41"/>
          <p:cNvSpPr txBox="1"/>
          <p:nvPr>
            <p:ph idx="12" type="sldNum"/>
          </p:nvPr>
        </p:nvSpPr>
        <p:spPr>
          <a:xfrm>
            <a:off x="8595309" y="46237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grpSp>
        <p:nvGrpSpPr>
          <p:cNvPr id="456" name="Google Shape;456;p42"/>
          <p:cNvGrpSpPr/>
          <p:nvPr/>
        </p:nvGrpSpPr>
        <p:grpSpPr>
          <a:xfrm>
            <a:off x="5679326" y="1074015"/>
            <a:ext cx="2904398" cy="4069478"/>
            <a:chOff x="123996" y="1604200"/>
            <a:chExt cx="3095383" cy="3539600"/>
          </a:xfrm>
        </p:grpSpPr>
        <p:grpSp>
          <p:nvGrpSpPr>
            <p:cNvPr id="457" name="Google Shape;457;p42"/>
            <p:cNvGrpSpPr/>
            <p:nvPr/>
          </p:nvGrpSpPr>
          <p:grpSpPr>
            <a:xfrm>
              <a:off x="123996" y="1604200"/>
              <a:ext cx="1665589" cy="3538917"/>
              <a:chOff x="3733925" y="3400424"/>
              <a:chExt cx="1079728" cy="2294274"/>
            </a:xfrm>
          </p:grpSpPr>
          <p:sp>
            <p:nvSpPr>
              <p:cNvPr id="458" name="Google Shape;458;p42"/>
              <p:cNvSpPr/>
              <p:nvPr/>
            </p:nvSpPr>
            <p:spPr>
              <a:xfrm>
                <a:off x="3733925" y="3445303"/>
                <a:ext cx="1079728" cy="42375"/>
              </a:xfrm>
              <a:custGeom>
                <a:rect b="b" l="l" r="r" t="t"/>
                <a:pathLst>
                  <a:path extrusionOk="0" h="964" w="24563">
                    <a:moveTo>
                      <a:pt x="1" y="1"/>
                    </a:moveTo>
                    <a:lnTo>
                      <a:pt x="1" y="964"/>
                    </a:lnTo>
                    <a:lnTo>
                      <a:pt x="24562" y="964"/>
                    </a:lnTo>
                    <a:lnTo>
                      <a:pt x="24562" y="1"/>
                    </a:lnTo>
                    <a:close/>
                  </a:path>
                </a:pathLst>
              </a:custGeom>
              <a:solidFill>
                <a:schemeClr val="accent1"/>
              </a:solidFill>
              <a:ln>
                <a:noFill/>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610"/>
                  <a:buFont typeface="Arial"/>
                  <a:buNone/>
                </a:pPr>
                <a:r>
                  <a:t/>
                </a:r>
                <a:endParaRPr b="0" i="0" sz="1609" u="none" cap="none" strike="noStrike">
                  <a:solidFill>
                    <a:srgbClr val="000000"/>
                  </a:solidFill>
                  <a:latin typeface="Arial"/>
                  <a:ea typeface="Arial"/>
                  <a:cs typeface="Arial"/>
                  <a:sym typeface="Arial"/>
                </a:endParaRPr>
              </a:p>
            </p:txBody>
          </p:sp>
          <p:sp>
            <p:nvSpPr>
              <p:cNvPr id="459" name="Google Shape;459;p42"/>
              <p:cNvSpPr/>
              <p:nvPr/>
            </p:nvSpPr>
            <p:spPr>
              <a:xfrm>
                <a:off x="4252166" y="3400424"/>
                <a:ext cx="43254" cy="2294274"/>
              </a:xfrm>
              <a:custGeom>
                <a:rect b="b" l="l" r="r" t="t"/>
                <a:pathLst>
                  <a:path extrusionOk="0" h="52193" w="984">
                    <a:moveTo>
                      <a:pt x="0" y="1"/>
                    </a:moveTo>
                    <a:lnTo>
                      <a:pt x="0" y="52193"/>
                    </a:lnTo>
                    <a:lnTo>
                      <a:pt x="983" y="52193"/>
                    </a:lnTo>
                    <a:lnTo>
                      <a:pt x="983" y="1"/>
                    </a:lnTo>
                    <a:close/>
                  </a:path>
                </a:pathLst>
              </a:custGeom>
              <a:solidFill>
                <a:schemeClr val="accent1"/>
              </a:solidFill>
              <a:ln>
                <a:noFill/>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610"/>
                  <a:buFont typeface="Arial"/>
                  <a:buNone/>
                </a:pPr>
                <a:r>
                  <a:t/>
                </a:r>
                <a:endParaRPr b="0" i="0" sz="1609" u="none" cap="none" strike="noStrike">
                  <a:solidFill>
                    <a:srgbClr val="000000"/>
                  </a:solidFill>
                  <a:latin typeface="Arial"/>
                  <a:ea typeface="Arial"/>
                  <a:cs typeface="Arial"/>
                  <a:sym typeface="Arial"/>
                </a:endParaRPr>
              </a:p>
            </p:txBody>
          </p:sp>
          <p:sp>
            <p:nvSpPr>
              <p:cNvPr id="460" name="Google Shape;460;p42"/>
              <p:cNvSpPr/>
              <p:nvPr/>
            </p:nvSpPr>
            <p:spPr>
              <a:xfrm>
                <a:off x="3761178" y="3401523"/>
                <a:ext cx="83036" cy="80047"/>
              </a:xfrm>
              <a:custGeom>
                <a:rect b="b" l="l" r="r" t="t"/>
                <a:pathLst>
                  <a:path extrusionOk="0" h="1821" w="1889">
                    <a:moveTo>
                      <a:pt x="945" y="1"/>
                    </a:moveTo>
                    <a:cubicBezTo>
                      <a:pt x="473" y="1"/>
                      <a:pt x="1" y="304"/>
                      <a:pt x="10" y="911"/>
                    </a:cubicBezTo>
                    <a:cubicBezTo>
                      <a:pt x="1" y="1517"/>
                      <a:pt x="473" y="1820"/>
                      <a:pt x="945" y="1820"/>
                    </a:cubicBezTo>
                    <a:cubicBezTo>
                      <a:pt x="1416" y="1820"/>
                      <a:pt x="1888" y="1517"/>
                      <a:pt x="1879" y="911"/>
                    </a:cubicBezTo>
                    <a:cubicBezTo>
                      <a:pt x="1888" y="304"/>
                      <a:pt x="1416" y="1"/>
                      <a:pt x="945" y="1"/>
                    </a:cubicBezTo>
                    <a:close/>
                  </a:path>
                </a:pathLst>
              </a:custGeom>
              <a:solidFill>
                <a:schemeClr val="accent1"/>
              </a:solidFill>
              <a:ln>
                <a:noFill/>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610"/>
                  <a:buFont typeface="Arial"/>
                  <a:buNone/>
                </a:pPr>
                <a:r>
                  <a:t/>
                </a:r>
                <a:endParaRPr b="0" i="0" sz="1609" u="none" cap="none" strike="noStrike">
                  <a:solidFill>
                    <a:srgbClr val="000000"/>
                  </a:solidFill>
                  <a:latin typeface="Arial"/>
                  <a:ea typeface="Arial"/>
                  <a:cs typeface="Arial"/>
                  <a:sym typeface="Arial"/>
                </a:endParaRPr>
              </a:p>
            </p:txBody>
          </p:sp>
          <p:sp>
            <p:nvSpPr>
              <p:cNvPr id="461" name="Google Shape;461;p42"/>
              <p:cNvSpPr/>
              <p:nvPr/>
            </p:nvSpPr>
            <p:spPr>
              <a:xfrm>
                <a:off x="4703374" y="3401523"/>
                <a:ext cx="82992" cy="80047"/>
              </a:xfrm>
              <a:custGeom>
                <a:rect b="b" l="l" r="r" t="t"/>
                <a:pathLst>
                  <a:path extrusionOk="0" h="1821" w="1888">
                    <a:moveTo>
                      <a:pt x="944" y="1"/>
                    </a:moveTo>
                    <a:cubicBezTo>
                      <a:pt x="472" y="1"/>
                      <a:pt x="0" y="304"/>
                      <a:pt x="9" y="911"/>
                    </a:cubicBezTo>
                    <a:cubicBezTo>
                      <a:pt x="0" y="1517"/>
                      <a:pt x="472" y="1820"/>
                      <a:pt x="944" y="1820"/>
                    </a:cubicBezTo>
                    <a:cubicBezTo>
                      <a:pt x="1416" y="1820"/>
                      <a:pt x="1887" y="1517"/>
                      <a:pt x="1878" y="911"/>
                    </a:cubicBezTo>
                    <a:cubicBezTo>
                      <a:pt x="1887" y="304"/>
                      <a:pt x="1416" y="1"/>
                      <a:pt x="944" y="1"/>
                    </a:cubicBezTo>
                    <a:close/>
                  </a:path>
                </a:pathLst>
              </a:custGeom>
              <a:solidFill>
                <a:schemeClr val="accent1"/>
              </a:solidFill>
              <a:ln>
                <a:noFill/>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610"/>
                  <a:buFont typeface="Arial"/>
                  <a:buNone/>
                </a:pPr>
                <a:r>
                  <a:t/>
                </a:r>
                <a:endParaRPr b="0" i="0" sz="1609" u="none" cap="none" strike="noStrike">
                  <a:solidFill>
                    <a:srgbClr val="000000"/>
                  </a:solidFill>
                  <a:latin typeface="Arial"/>
                  <a:ea typeface="Arial"/>
                  <a:cs typeface="Arial"/>
                  <a:sym typeface="Arial"/>
                </a:endParaRPr>
              </a:p>
            </p:txBody>
          </p:sp>
        </p:grpSp>
        <p:grpSp>
          <p:nvGrpSpPr>
            <p:cNvPr id="462" name="Google Shape;462;p42"/>
            <p:cNvGrpSpPr/>
            <p:nvPr/>
          </p:nvGrpSpPr>
          <p:grpSpPr>
            <a:xfrm>
              <a:off x="1415091" y="2586832"/>
              <a:ext cx="1203249" cy="2556968"/>
              <a:chOff x="3733925" y="3400424"/>
              <a:chExt cx="1079728" cy="2294274"/>
            </a:xfrm>
          </p:grpSpPr>
          <p:sp>
            <p:nvSpPr>
              <p:cNvPr id="463" name="Google Shape;463;p42"/>
              <p:cNvSpPr/>
              <p:nvPr/>
            </p:nvSpPr>
            <p:spPr>
              <a:xfrm>
                <a:off x="3733925" y="3445303"/>
                <a:ext cx="1079728" cy="42375"/>
              </a:xfrm>
              <a:custGeom>
                <a:rect b="b" l="l" r="r" t="t"/>
                <a:pathLst>
                  <a:path extrusionOk="0" h="964" w="24563">
                    <a:moveTo>
                      <a:pt x="1" y="1"/>
                    </a:moveTo>
                    <a:lnTo>
                      <a:pt x="1" y="964"/>
                    </a:lnTo>
                    <a:lnTo>
                      <a:pt x="24562" y="964"/>
                    </a:lnTo>
                    <a:lnTo>
                      <a:pt x="24562" y="1"/>
                    </a:lnTo>
                    <a:close/>
                  </a:path>
                </a:pathLst>
              </a:custGeom>
              <a:solidFill>
                <a:schemeClr val="accent1"/>
              </a:solidFill>
              <a:ln>
                <a:noFill/>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610"/>
                  <a:buFont typeface="Arial"/>
                  <a:buNone/>
                </a:pPr>
                <a:r>
                  <a:t/>
                </a:r>
                <a:endParaRPr b="0" i="0" sz="1609" u="none" cap="none" strike="noStrike">
                  <a:solidFill>
                    <a:srgbClr val="000000"/>
                  </a:solidFill>
                  <a:latin typeface="Arial"/>
                  <a:ea typeface="Arial"/>
                  <a:cs typeface="Arial"/>
                  <a:sym typeface="Arial"/>
                </a:endParaRPr>
              </a:p>
            </p:txBody>
          </p:sp>
          <p:sp>
            <p:nvSpPr>
              <p:cNvPr id="464" name="Google Shape;464;p42"/>
              <p:cNvSpPr/>
              <p:nvPr/>
            </p:nvSpPr>
            <p:spPr>
              <a:xfrm>
                <a:off x="4252166" y="3400424"/>
                <a:ext cx="43254" cy="2294274"/>
              </a:xfrm>
              <a:custGeom>
                <a:rect b="b" l="l" r="r" t="t"/>
                <a:pathLst>
                  <a:path extrusionOk="0" h="52193" w="984">
                    <a:moveTo>
                      <a:pt x="0" y="1"/>
                    </a:moveTo>
                    <a:lnTo>
                      <a:pt x="0" y="52193"/>
                    </a:lnTo>
                    <a:lnTo>
                      <a:pt x="983" y="52193"/>
                    </a:lnTo>
                    <a:lnTo>
                      <a:pt x="983" y="1"/>
                    </a:lnTo>
                    <a:close/>
                  </a:path>
                </a:pathLst>
              </a:custGeom>
              <a:solidFill>
                <a:schemeClr val="accent1"/>
              </a:solidFill>
              <a:ln>
                <a:noFill/>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610"/>
                  <a:buFont typeface="Arial"/>
                  <a:buNone/>
                </a:pPr>
                <a:r>
                  <a:t/>
                </a:r>
                <a:endParaRPr b="0" i="0" sz="1609" u="none" cap="none" strike="noStrike">
                  <a:solidFill>
                    <a:srgbClr val="000000"/>
                  </a:solidFill>
                  <a:latin typeface="Arial"/>
                  <a:ea typeface="Arial"/>
                  <a:cs typeface="Arial"/>
                  <a:sym typeface="Arial"/>
                </a:endParaRPr>
              </a:p>
            </p:txBody>
          </p:sp>
          <p:sp>
            <p:nvSpPr>
              <p:cNvPr id="465" name="Google Shape;465;p42"/>
              <p:cNvSpPr/>
              <p:nvPr/>
            </p:nvSpPr>
            <p:spPr>
              <a:xfrm>
                <a:off x="3761178" y="3401523"/>
                <a:ext cx="83036" cy="80047"/>
              </a:xfrm>
              <a:custGeom>
                <a:rect b="b" l="l" r="r" t="t"/>
                <a:pathLst>
                  <a:path extrusionOk="0" h="1821" w="1889">
                    <a:moveTo>
                      <a:pt x="945" y="1"/>
                    </a:moveTo>
                    <a:cubicBezTo>
                      <a:pt x="473" y="1"/>
                      <a:pt x="1" y="304"/>
                      <a:pt x="10" y="911"/>
                    </a:cubicBezTo>
                    <a:cubicBezTo>
                      <a:pt x="1" y="1517"/>
                      <a:pt x="473" y="1820"/>
                      <a:pt x="945" y="1820"/>
                    </a:cubicBezTo>
                    <a:cubicBezTo>
                      <a:pt x="1416" y="1820"/>
                      <a:pt x="1888" y="1517"/>
                      <a:pt x="1879" y="911"/>
                    </a:cubicBezTo>
                    <a:cubicBezTo>
                      <a:pt x="1888" y="304"/>
                      <a:pt x="1416" y="1"/>
                      <a:pt x="945" y="1"/>
                    </a:cubicBezTo>
                    <a:close/>
                  </a:path>
                </a:pathLst>
              </a:custGeom>
              <a:solidFill>
                <a:schemeClr val="accent1"/>
              </a:solidFill>
              <a:ln>
                <a:noFill/>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610"/>
                  <a:buFont typeface="Arial"/>
                  <a:buNone/>
                </a:pPr>
                <a:r>
                  <a:t/>
                </a:r>
                <a:endParaRPr b="0" i="0" sz="1609" u="none" cap="none" strike="noStrike">
                  <a:solidFill>
                    <a:srgbClr val="000000"/>
                  </a:solidFill>
                  <a:latin typeface="Arial"/>
                  <a:ea typeface="Arial"/>
                  <a:cs typeface="Arial"/>
                  <a:sym typeface="Arial"/>
                </a:endParaRPr>
              </a:p>
            </p:txBody>
          </p:sp>
          <p:sp>
            <p:nvSpPr>
              <p:cNvPr id="466" name="Google Shape;466;p42"/>
              <p:cNvSpPr/>
              <p:nvPr/>
            </p:nvSpPr>
            <p:spPr>
              <a:xfrm>
                <a:off x="4703374" y="3401523"/>
                <a:ext cx="82992" cy="80047"/>
              </a:xfrm>
              <a:custGeom>
                <a:rect b="b" l="l" r="r" t="t"/>
                <a:pathLst>
                  <a:path extrusionOk="0" h="1821" w="1888">
                    <a:moveTo>
                      <a:pt x="944" y="1"/>
                    </a:moveTo>
                    <a:cubicBezTo>
                      <a:pt x="472" y="1"/>
                      <a:pt x="0" y="304"/>
                      <a:pt x="9" y="911"/>
                    </a:cubicBezTo>
                    <a:cubicBezTo>
                      <a:pt x="0" y="1517"/>
                      <a:pt x="472" y="1820"/>
                      <a:pt x="944" y="1820"/>
                    </a:cubicBezTo>
                    <a:cubicBezTo>
                      <a:pt x="1416" y="1820"/>
                      <a:pt x="1887" y="1517"/>
                      <a:pt x="1878" y="911"/>
                    </a:cubicBezTo>
                    <a:cubicBezTo>
                      <a:pt x="1887" y="304"/>
                      <a:pt x="1416" y="1"/>
                      <a:pt x="944" y="1"/>
                    </a:cubicBezTo>
                    <a:close/>
                  </a:path>
                </a:pathLst>
              </a:custGeom>
              <a:solidFill>
                <a:schemeClr val="accent1"/>
              </a:solidFill>
              <a:ln>
                <a:noFill/>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610"/>
                  <a:buFont typeface="Arial"/>
                  <a:buNone/>
                </a:pPr>
                <a:r>
                  <a:t/>
                </a:r>
                <a:endParaRPr b="0" i="0" sz="1609" u="none" cap="none" strike="noStrike">
                  <a:solidFill>
                    <a:srgbClr val="000000"/>
                  </a:solidFill>
                  <a:latin typeface="Arial"/>
                  <a:ea typeface="Arial"/>
                  <a:cs typeface="Arial"/>
                  <a:sym typeface="Arial"/>
                </a:endParaRPr>
              </a:p>
            </p:txBody>
          </p:sp>
        </p:grpSp>
        <p:sp>
          <p:nvSpPr>
            <p:cNvPr id="467" name="Google Shape;467;p42"/>
            <p:cNvSpPr/>
            <p:nvPr/>
          </p:nvSpPr>
          <p:spPr>
            <a:xfrm>
              <a:off x="233272" y="1668407"/>
              <a:ext cx="1212175" cy="965991"/>
            </a:xfrm>
            <a:custGeom>
              <a:rect b="b" l="l" r="r" t="t"/>
              <a:pathLst>
                <a:path extrusionOk="0" h="25050" w="31432">
                  <a:moveTo>
                    <a:pt x="0" y="0"/>
                  </a:moveTo>
                  <a:cubicBezTo>
                    <a:pt x="8720" y="10171"/>
                    <a:pt x="18137" y="23393"/>
                    <a:pt x="31432" y="25050"/>
                  </a:cubicBezTo>
                </a:path>
              </a:pathLst>
            </a:custGeom>
            <a:noFill/>
            <a:ln cap="flat" cmpd="sng" w="10950">
              <a:solidFill>
                <a:schemeClr val="accent1"/>
              </a:solidFill>
              <a:prstDash val="solid"/>
              <a:round/>
              <a:headEnd len="sm" w="sm" type="none"/>
              <a:tailEnd len="sm" w="sm" type="none"/>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42"/>
            <p:cNvSpPr/>
            <p:nvPr/>
          </p:nvSpPr>
          <p:spPr>
            <a:xfrm>
              <a:off x="218575" y="1657375"/>
              <a:ext cx="2342385" cy="966016"/>
            </a:xfrm>
            <a:custGeom>
              <a:rect b="b" l="l" r="r" t="t"/>
              <a:pathLst>
                <a:path extrusionOk="0" h="24670" w="58769">
                  <a:moveTo>
                    <a:pt x="0" y="0"/>
                  </a:moveTo>
                  <a:cubicBezTo>
                    <a:pt x="16766" y="13049"/>
                    <a:pt x="39766" y="15169"/>
                    <a:pt x="58769" y="24670"/>
                  </a:cubicBezTo>
                </a:path>
              </a:pathLst>
            </a:custGeom>
            <a:noFill/>
            <a:ln cap="flat" cmpd="sng" w="10950">
              <a:solidFill>
                <a:schemeClr val="accent1"/>
              </a:solidFill>
              <a:prstDash val="solid"/>
              <a:round/>
              <a:headEnd len="sm" w="sm" type="none"/>
              <a:tailEnd len="sm" w="sm" type="none"/>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42"/>
            <p:cNvSpPr/>
            <p:nvPr/>
          </p:nvSpPr>
          <p:spPr>
            <a:xfrm>
              <a:off x="1489480" y="1661050"/>
              <a:ext cx="203630" cy="966016"/>
            </a:xfrm>
            <a:custGeom>
              <a:rect b="b" l="l" r="r" t="t"/>
              <a:pathLst>
                <a:path extrusionOk="0" h="24670" w="7184">
                  <a:moveTo>
                    <a:pt x="7049" y="0"/>
                  </a:moveTo>
                  <a:cubicBezTo>
                    <a:pt x="7897" y="8510"/>
                    <a:pt x="3825" y="17020"/>
                    <a:pt x="0" y="24670"/>
                  </a:cubicBezTo>
                </a:path>
              </a:pathLst>
            </a:custGeom>
            <a:noFill/>
            <a:ln cap="flat" cmpd="sng" w="10950">
              <a:solidFill>
                <a:schemeClr val="accent1"/>
              </a:solidFill>
              <a:prstDash val="solid"/>
              <a:round/>
              <a:headEnd len="sm" w="sm" type="none"/>
              <a:tailEnd len="sm" w="sm" type="none"/>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42"/>
            <p:cNvSpPr/>
            <p:nvPr/>
          </p:nvSpPr>
          <p:spPr>
            <a:xfrm>
              <a:off x="1702600" y="1719800"/>
              <a:ext cx="858354" cy="914591"/>
            </a:xfrm>
            <a:custGeom>
              <a:rect b="b" l="l" r="r" t="t"/>
              <a:pathLst>
                <a:path extrusionOk="0" h="23241" w="20193">
                  <a:moveTo>
                    <a:pt x="20193" y="23241"/>
                  </a:moveTo>
                  <a:cubicBezTo>
                    <a:pt x="15103" y="14330"/>
                    <a:pt x="3239" y="9738"/>
                    <a:pt x="0" y="0"/>
                  </a:cubicBezTo>
                </a:path>
              </a:pathLst>
            </a:custGeom>
            <a:noFill/>
            <a:ln cap="flat" cmpd="sng" w="10950">
              <a:solidFill>
                <a:schemeClr val="accent1"/>
              </a:solidFill>
              <a:prstDash val="solid"/>
              <a:round/>
              <a:headEnd len="sm" w="sm" type="none"/>
              <a:tailEnd len="sm" w="sm" type="none"/>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71" name="Google Shape;471;p42"/>
            <p:cNvGrpSpPr/>
            <p:nvPr/>
          </p:nvGrpSpPr>
          <p:grpSpPr>
            <a:xfrm>
              <a:off x="2243845" y="3070646"/>
              <a:ext cx="975534" cy="2073106"/>
              <a:chOff x="3733925" y="3400424"/>
              <a:chExt cx="1079728" cy="2294274"/>
            </a:xfrm>
          </p:grpSpPr>
          <p:sp>
            <p:nvSpPr>
              <p:cNvPr id="472" name="Google Shape;472;p42"/>
              <p:cNvSpPr/>
              <p:nvPr/>
            </p:nvSpPr>
            <p:spPr>
              <a:xfrm>
                <a:off x="3733925" y="3445303"/>
                <a:ext cx="1079728" cy="42375"/>
              </a:xfrm>
              <a:custGeom>
                <a:rect b="b" l="l" r="r" t="t"/>
                <a:pathLst>
                  <a:path extrusionOk="0" h="964" w="24563">
                    <a:moveTo>
                      <a:pt x="1" y="1"/>
                    </a:moveTo>
                    <a:lnTo>
                      <a:pt x="1" y="964"/>
                    </a:lnTo>
                    <a:lnTo>
                      <a:pt x="24562" y="964"/>
                    </a:lnTo>
                    <a:lnTo>
                      <a:pt x="24562" y="1"/>
                    </a:lnTo>
                    <a:close/>
                  </a:path>
                </a:pathLst>
              </a:custGeom>
              <a:solidFill>
                <a:schemeClr val="accent1"/>
              </a:solidFill>
              <a:ln>
                <a:noFill/>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610"/>
                  <a:buFont typeface="Arial"/>
                  <a:buNone/>
                </a:pPr>
                <a:r>
                  <a:t/>
                </a:r>
                <a:endParaRPr b="0" i="0" sz="1609" u="none" cap="none" strike="noStrike">
                  <a:solidFill>
                    <a:srgbClr val="000000"/>
                  </a:solidFill>
                  <a:latin typeface="Arial"/>
                  <a:ea typeface="Arial"/>
                  <a:cs typeface="Arial"/>
                  <a:sym typeface="Arial"/>
                </a:endParaRPr>
              </a:p>
            </p:txBody>
          </p:sp>
          <p:sp>
            <p:nvSpPr>
              <p:cNvPr id="473" name="Google Shape;473;p42"/>
              <p:cNvSpPr/>
              <p:nvPr/>
            </p:nvSpPr>
            <p:spPr>
              <a:xfrm>
                <a:off x="4252166" y="3400424"/>
                <a:ext cx="43254" cy="2294274"/>
              </a:xfrm>
              <a:custGeom>
                <a:rect b="b" l="l" r="r" t="t"/>
                <a:pathLst>
                  <a:path extrusionOk="0" h="52193" w="984">
                    <a:moveTo>
                      <a:pt x="0" y="1"/>
                    </a:moveTo>
                    <a:lnTo>
                      <a:pt x="0" y="52193"/>
                    </a:lnTo>
                    <a:lnTo>
                      <a:pt x="983" y="52193"/>
                    </a:lnTo>
                    <a:lnTo>
                      <a:pt x="983" y="1"/>
                    </a:lnTo>
                    <a:close/>
                  </a:path>
                </a:pathLst>
              </a:custGeom>
              <a:solidFill>
                <a:schemeClr val="accent1"/>
              </a:solidFill>
              <a:ln>
                <a:noFill/>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610"/>
                  <a:buFont typeface="Arial"/>
                  <a:buNone/>
                </a:pPr>
                <a:r>
                  <a:t/>
                </a:r>
                <a:endParaRPr b="0" i="0" sz="1609" u="none" cap="none" strike="noStrike">
                  <a:solidFill>
                    <a:srgbClr val="000000"/>
                  </a:solidFill>
                  <a:latin typeface="Arial"/>
                  <a:ea typeface="Arial"/>
                  <a:cs typeface="Arial"/>
                  <a:sym typeface="Arial"/>
                </a:endParaRPr>
              </a:p>
            </p:txBody>
          </p:sp>
          <p:sp>
            <p:nvSpPr>
              <p:cNvPr id="474" name="Google Shape;474;p42"/>
              <p:cNvSpPr/>
              <p:nvPr/>
            </p:nvSpPr>
            <p:spPr>
              <a:xfrm>
                <a:off x="3761178" y="3401523"/>
                <a:ext cx="83036" cy="80047"/>
              </a:xfrm>
              <a:custGeom>
                <a:rect b="b" l="l" r="r" t="t"/>
                <a:pathLst>
                  <a:path extrusionOk="0" h="1821" w="1889">
                    <a:moveTo>
                      <a:pt x="945" y="1"/>
                    </a:moveTo>
                    <a:cubicBezTo>
                      <a:pt x="473" y="1"/>
                      <a:pt x="1" y="304"/>
                      <a:pt x="10" y="911"/>
                    </a:cubicBezTo>
                    <a:cubicBezTo>
                      <a:pt x="1" y="1517"/>
                      <a:pt x="473" y="1820"/>
                      <a:pt x="945" y="1820"/>
                    </a:cubicBezTo>
                    <a:cubicBezTo>
                      <a:pt x="1416" y="1820"/>
                      <a:pt x="1888" y="1517"/>
                      <a:pt x="1879" y="911"/>
                    </a:cubicBezTo>
                    <a:cubicBezTo>
                      <a:pt x="1888" y="304"/>
                      <a:pt x="1416" y="1"/>
                      <a:pt x="945" y="1"/>
                    </a:cubicBezTo>
                    <a:close/>
                  </a:path>
                </a:pathLst>
              </a:custGeom>
              <a:solidFill>
                <a:schemeClr val="accent1"/>
              </a:solidFill>
              <a:ln>
                <a:noFill/>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610"/>
                  <a:buFont typeface="Arial"/>
                  <a:buNone/>
                </a:pPr>
                <a:r>
                  <a:t/>
                </a:r>
                <a:endParaRPr b="0" i="0" sz="1609" u="none" cap="none" strike="noStrike">
                  <a:solidFill>
                    <a:srgbClr val="000000"/>
                  </a:solidFill>
                  <a:latin typeface="Arial"/>
                  <a:ea typeface="Arial"/>
                  <a:cs typeface="Arial"/>
                  <a:sym typeface="Arial"/>
                </a:endParaRPr>
              </a:p>
            </p:txBody>
          </p:sp>
          <p:sp>
            <p:nvSpPr>
              <p:cNvPr id="475" name="Google Shape;475;p42"/>
              <p:cNvSpPr/>
              <p:nvPr/>
            </p:nvSpPr>
            <p:spPr>
              <a:xfrm>
                <a:off x="4703374" y="3401523"/>
                <a:ext cx="82992" cy="80047"/>
              </a:xfrm>
              <a:custGeom>
                <a:rect b="b" l="l" r="r" t="t"/>
                <a:pathLst>
                  <a:path extrusionOk="0" h="1821" w="1888">
                    <a:moveTo>
                      <a:pt x="944" y="1"/>
                    </a:moveTo>
                    <a:cubicBezTo>
                      <a:pt x="472" y="1"/>
                      <a:pt x="0" y="304"/>
                      <a:pt x="9" y="911"/>
                    </a:cubicBezTo>
                    <a:cubicBezTo>
                      <a:pt x="0" y="1517"/>
                      <a:pt x="472" y="1820"/>
                      <a:pt x="944" y="1820"/>
                    </a:cubicBezTo>
                    <a:cubicBezTo>
                      <a:pt x="1416" y="1820"/>
                      <a:pt x="1887" y="1517"/>
                      <a:pt x="1878" y="911"/>
                    </a:cubicBezTo>
                    <a:cubicBezTo>
                      <a:pt x="1887" y="304"/>
                      <a:pt x="1416" y="1"/>
                      <a:pt x="944" y="1"/>
                    </a:cubicBezTo>
                    <a:close/>
                  </a:path>
                </a:pathLst>
              </a:custGeom>
              <a:solidFill>
                <a:schemeClr val="accent1"/>
              </a:solidFill>
              <a:ln>
                <a:noFill/>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610"/>
                  <a:buFont typeface="Arial"/>
                  <a:buNone/>
                </a:pPr>
                <a:r>
                  <a:t/>
                </a:r>
                <a:endParaRPr b="0" i="0" sz="1609" u="none" cap="none" strike="noStrike">
                  <a:solidFill>
                    <a:srgbClr val="000000"/>
                  </a:solidFill>
                  <a:latin typeface="Arial"/>
                  <a:ea typeface="Arial"/>
                  <a:cs typeface="Arial"/>
                  <a:sym typeface="Arial"/>
                </a:endParaRPr>
              </a:p>
            </p:txBody>
          </p:sp>
        </p:grpSp>
        <p:sp>
          <p:nvSpPr>
            <p:cNvPr id="476" name="Google Shape;476;p42"/>
            <p:cNvSpPr/>
            <p:nvPr/>
          </p:nvSpPr>
          <p:spPr>
            <a:xfrm>
              <a:off x="1483525" y="2631275"/>
              <a:ext cx="804850" cy="459600"/>
            </a:xfrm>
            <a:custGeom>
              <a:rect b="b" l="l" r="r" t="t"/>
              <a:pathLst>
                <a:path extrusionOk="0" h="18384" w="32194">
                  <a:moveTo>
                    <a:pt x="0" y="0"/>
                  </a:moveTo>
                  <a:cubicBezTo>
                    <a:pt x="7086" y="10124"/>
                    <a:pt x="19933" y="16839"/>
                    <a:pt x="32194" y="18384"/>
                  </a:cubicBezTo>
                </a:path>
              </a:pathLst>
            </a:custGeom>
            <a:noFill/>
            <a:ln cap="flat" cmpd="sng" w="10950">
              <a:solidFill>
                <a:schemeClr val="accent1"/>
              </a:solidFill>
              <a:prstDash val="solid"/>
              <a:round/>
              <a:headEnd len="sm" w="sm" type="none"/>
              <a:tailEnd len="sm" w="sm" type="none"/>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42"/>
            <p:cNvSpPr/>
            <p:nvPr/>
          </p:nvSpPr>
          <p:spPr>
            <a:xfrm>
              <a:off x="1476375" y="2631275"/>
              <a:ext cx="1695450" cy="473875"/>
            </a:xfrm>
            <a:custGeom>
              <a:rect b="b" l="l" r="r" t="t"/>
              <a:pathLst>
                <a:path extrusionOk="0" h="18955" w="67818">
                  <a:moveTo>
                    <a:pt x="0" y="0"/>
                  </a:moveTo>
                  <a:cubicBezTo>
                    <a:pt x="17915" y="15166"/>
                    <a:pt x="48712" y="5320"/>
                    <a:pt x="67818" y="18955"/>
                  </a:cubicBezTo>
                </a:path>
              </a:pathLst>
            </a:custGeom>
            <a:noFill/>
            <a:ln cap="flat" cmpd="sng" w="10950">
              <a:solidFill>
                <a:schemeClr val="accent1"/>
              </a:solidFill>
              <a:prstDash val="solid"/>
              <a:round/>
              <a:headEnd len="sm" w="sm" type="none"/>
              <a:tailEnd len="sm" w="sm" type="none"/>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42"/>
            <p:cNvSpPr/>
            <p:nvPr/>
          </p:nvSpPr>
          <p:spPr>
            <a:xfrm>
              <a:off x="2297288" y="2631275"/>
              <a:ext cx="257779" cy="473875"/>
            </a:xfrm>
            <a:custGeom>
              <a:rect b="b" l="l" r="r" t="t"/>
              <a:pathLst>
                <a:path extrusionOk="0" h="18955" w="8953">
                  <a:moveTo>
                    <a:pt x="8953" y="0"/>
                  </a:moveTo>
                  <a:cubicBezTo>
                    <a:pt x="4589" y="5458"/>
                    <a:pt x="864" y="12021"/>
                    <a:pt x="0" y="18955"/>
                  </a:cubicBezTo>
                </a:path>
              </a:pathLst>
            </a:custGeom>
            <a:noFill/>
            <a:ln cap="flat" cmpd="sng" w="10950">
              <a:solidFill>
                <a:schemeClr val="accent1"/>
              </a:solidFill>
              <a:prstDash val="solid"/>
              <a:round/>
              <a:headEnd len="sm" w="sm" type="none"/>
              <a:tailEnd len="sm" w="sm" type="none"/>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42"/>
            <p:cNvSpPr/>
            <p:nvPr/>
          </p:nvSpPr>
          <p:spPr>
            <a:xfrm>
              <a:off x="2521750" y="2636050"/>
              <a:ext cx="642925" cy="457200"/>
            </a:xfrm>
            <a:custGeom>
              <a:rect b="b" l="l" r="r" t="t"/>
              <a:pathLst>
                <a:path extrusionOk="0" h="18288" w="25717">
                  <a:moveTo>
                    <a:pt x="0" y="0"/>
                  </a:moveTo>
                  <a:cubicBezTo>
                    <a:pt x="6573" y="8212"/>
                    <a:pt x="17159" y="12172"/>
                    <a:pt x="25717" y="18288"/>
                  </a:cubicBezTo>
                </a:path>
              </a:pathLst>
            </a:custGeom>
            <a:noFill/>
            <a:ln cap="flat" cmpd="sng" w="10950">
              <a:solidFill>
                <a:schemeClr val="accent1"/>
              </a:solidFill>
              <a:prstDash val="solid"/>
              <a:round/>
              <a:headEnd len="sm" w="sm" type="none"/>
              <a:tailEnd len="sm" w="sm" type="none"/>
            </a:ln>
          </p:spPr>
          <p:txBody>
            <a:bodyPr anchorCtr="0" anchor="ctr" bIns="105125" lIns="105125" spcFirstLastPara="1" rIns="105125" wrap="square" tIns="105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80" name="Google Shape;480;p42"/>
          <p:cNvSpPr txBox="1"/>
          <p:nvPr/>
        </p:nvSpPr>
        <p:spPr>
          <a:xfrm>
            <a:off x="547000" y="188475"/>
            <a:ext cx="6737700" cy="70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400" u="none" cap="none" strike="noStrike">
                <a:latin typeface="Epilogue"/>
                <a:ea typeface="Epilogue"/>
                <a:cs typeface="Epilogue"/>
                <a:sym typeface="Epilogue"/>
              </a:rPr>
              <a:t>Constraints</a:t>
            </a:r>
            <a:endParaRPr b="1" i="0" sz="2400" u="none" cap="none" strike="noStrike">
              <a:latin typeface="Epilogue"/>
              <a:ea typeface="Epilogue"/>
              <a:cs typeface="Epilogue"/>
              <a:sym typeface="Epilogue"/>
            </a:endParaRPr>
          </a:p>
        </p:txBody>
      </p:sp>
      <p:sp>
        <p:nvSpPr>
          <p:cNvPr id="481" name="Google Shape;481;p42"/>
          <p:cNvSpPr txBox="1"/>
          <p:nvPr/>
        </p:nvSpPr>
        <p:spPr>
          <a:xfrm>
            <a:off x="547000" y="1189063"/>
            <a:ext cx="4558500" cy="38394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00000"/>
              </a:lnSpc>
              <a:spcBef>
                <a:spcPts val="0"/>
              </a:spcBef>
              <a:spcAft>
                <a:spcPts val="0"/>
              </a:spcAft>
              <a:buSzPts val="1600"/>
              <a:buFont typeface="Alexandria Medium"/>
              <a:buChar char="●"/>
            </a:pPr>
            <a:r>
              <a:rPr lang="en" sz="1600">
                <a:latin typeface="Alexandria Medium"/>
                <a:ea typeface="Alexandria Medium"/>
                <a:cs typeface="Alexandria Medium"/>
                <a:sym typeface="Alexandria Medium"/>
              </a:rPr>
              <a:t>The size and weight of the FPI must not exceed 1 Kg.</a:t>
            </a:r>
            <a:endParaRPr sz="1600">
              <a:latin typeface="Alexandria Medium"/>
              <a:ea typeface="Alexandria Medium"/>
              <a:cs typeface="Alexandria Medium"/>
              <a:sym typeface="Alexandria Medium"/>
            </a:endParaRPr>
          </a:p>
          <a:p>
            <a:pPr indent="0" lvl="0" marL="457200" marR="0" rtl="0" algn="l">
              <a:lnSpc>
                <a:spcPct val="100000"/>
              </a:lnSpc>
              <a:spcBef>
                <a:spcPts val="0"/>
              </a:spcBef>
              <a:spcAft>
                <a:spcPts val="0"/>
              </a:spcAft>
              <a:buNone/>
            </a:pPr>
            <a:r>
              <a:t/>
            </a:r>
            <a:endParaRPr sz="1600">
              <a:latin typeface="Alexandria Medium"/>
              <a:ea typeface="Alexandria Medium"/>
              <a:cs typeface="Alexandria Medium"/>
              <a:sym typeface="Alexandria Medium"/>
            </a:endParaRPr>
          </a:p>
          <a:p>
            <a:pPr indent="-330200" lvl="0" marL="457200" marR="0" rtl="0" algn="l">
              <a:lnSpc>
                <a:spcPct val="100000"/>
              </a:lnSpc>
              <a:spcBef>
                <a:spcPts val="0"/>
              </a:spcBef>
              <a:spcAft>
                <a:spcPts val="0"/>
              </a:spcAft>
              <a:buSzPts val="1600"/>
              <a:buFont typeface="Alexandria Medium"/>
              <a:buChar char="●"/>
            </a:pPr>
            <a:r>
              <a:rPr lang="en" sz="1600">
                <a:latin typeface="Alexandria Medium"/>
                <a:ea typeface="Alexandria Medium"/>
                <a:cs typeface="Alexandria Medium"/>
                <a:sym typeface="Alexandria Medium"/>
              </a:rPr>
              <a:t>The high voltage transmission line Electromagnetic interference must be less </a:t>
            </a:r>
            <a:r>
              <a:rPr lang="en" sz="1600">
                <a:latin typeface="Alexandria Medium"/>
                <a:ea typeface="Alexandria Medium"/>
                <a:cs typeface="Alexandria Medium"/>
                <a:sym typeface="Alexandria Medium"/>
              </a:rPr>
              <a:t>than 10</a:t>
            </a:r>
            <a:r>
              <a:rPr lang="en" sz="1600">
                <a:highlight>
                  <a:srgbClr val="F5F3EF"/>
                </a:highlight>
                <a:latin typeface="Alexandria Medium"/>
                <a:ea typeface="Alexandria Medium"/>
                <a:cs typeface="Alexandria Medium"/>
                <a:sym typeface="Alexandria Medium"/>
              </a:rPr>
              <a:t> Volts per meter (V/m) around the FPI.</a:t>
            </a:r>
            <a:endParaRPr sz="1600">
              <a:highlight>
                <a:srgbClr val="F5F3EF"/>
              </a:highlight>
              <a:latin typeface="Alexandria Medium"/>
              <a:ea typeface="Alexandria Medium"/>
              <a:cs typeface="Alexandria Medium"/>
              <a:sym typeface="Alexandria Medium"/>
            </a:endParaRPr>
          </a:p>
          <a:p>
            <a:pPr indent="0" lvl="0" marL="457200" marR="0" rtl="0" algn="l">
              <a:lnSpc>
                <a:spcPct val="100000"/>
              </a:lnSpc>
              <a:spcBef>
                <a:spcPts val="0"/>
              </a:spcBef>
              <a:spcAft>
                <a:spcPts val="0"/>
              </a:spcAft>
              <a:buNone/>
            </a:pPr>
            <a:r>
              <a:t/>
            </a:r>
            <a:endParaRPr sz="1600">
              <a:highlight>
                <a:srgbClr val="F5F3EF"/>
              </a:highlight>
              <a:latin typeface="Alexandria Medium"/>
              <a:ea typeface="Alexandria Medium"/>
              <a:cs typeface="Alexandria Medium"/>
              <a:sym typeface="Alexandria Medium"/>
            </a:endParaRPr>
          </a:p>
          <a:p>
            <a:pPr indent="-330200" lvl="0" marL="457200" marR="0" rtl="0" algn="l">
              <a:lnSpc>
                <a:spcPct val="100000"/>
              </a:lnSpc>
              <a:spcBef>
                <a:spcPts val="0"/>
              </a:spcBef>
              <a:spcAft>
                <a:spcPts val="0"/>
              </a:spcAft>
              <a:buSzPts val="1600"/>
              <a:buFont typeface="Alexandria Medium"/>
              <a:buChar char="●"/>
            </a:pPr>
            <a:r>
              <a:rPr lang="en" sz="1600">
                <a:highlight>
                  <a:srgbClr val="F5F3EF"/>
                </a:highlight>
                <a:latin typeface="Alexandria Medium"/>
                <a:ea typeface="Alexandria Medium"/>
                <a:cs typeface="Alexandria Medium"/>
                <a:sym typeface="Alexandria Medium"/>
              </a:rPr>
              <a:t>The cost of a single unit of FPI </a:t>
            </a:r>
            <a:r>
              <a:rPr lang="en" sz="1600">
                <a:highlight>
                  <a:srgbClr val="F5F3EF"/>
                </a:highlight>
                <a:latin typeface="Alexandria Medium"/>
                <a:ea typeface="Alexandria Medium"/>
                <a:cs typeface="Alexandria Medium"/>
                <a:sym typeface="Alexandria Medium"/>
              </a:rPr>
              <a:t>must</a:t>
            </a:r>
            <a:r>
              <a:rPr lang="en" sz="1600">
                <a:highlight>
                  <a:srgbClr val="F5F3EF"/>
                </a:highlight>
                <a:latin typeface="Alexandria Medium"/>
                <a:ea typeface="Alexandria Medium"/>
                <a:cs typeface="Alexandria Medium"/>
                <a:sym typeface="Alexandria Medium"/>
              </a:rPr>
              <a:t> not exceed a tolerable budget.</a:t>
            </a:r>
            <a:endParaRPr sz="1600">
              <a:highlight>
                <a:srgbClr val="F5F3EF"/>
              </a:highlight>
              <a:latin typeface="Alexandria Medium"/>
              <a:ea typeface="Alexandria Medium"/>
              <a:cs typeface="Alexandria Medium"/>
              <a:sym typeface="Alexandria Medium"/>
            </a:endParaRPr>
          </a:p>
          <a:p>
            <a:pPr indent="0" lvl="0" marL="457200" marR="0" rtl="0" algn="l">
              <a:lnSpc>
                <a:spcPct val="100000"/>
              </a:lnSpc>
              <a:spcBef>
                <a:spcPts val="0"/>
              </a:spcBef>
              <a:spcAft>
                <a:spcPts val="0"/>
              </a:spcAft>
              <a:buNone/>
            </a:pPr>
            <a:r>
              <a:t/>
            </a:r>
            <a:endParaRPr sz="1600">
              <a:highlight>
                <a:srgbClr val="F5F3EF"/>
              </a:highlight>
              <a:latin typeface="Alexandria Medium"/>
              <a:ea typeface="Alexandria Medium"/>
              <a:cs typeface="Alexandria Medium"/>
              <a:sym typeface="Alexandria Medium"/>
            </a:endParaRPr>
          </a:p>
          <a:p>
            <a:pPr indent="-330200" lvl="0" marL="457200" marR="0" rtl="0" algn="l">
              <a:lnSpc>
                <a:spcPct val="100000"/>
              </a:lnSpc>
              <a:spcBef>
                <a:spcPts val="0"/>
              </a:spcBef>
              <a:spcAft>
                <a:spcPts val="0"/>
              </a:spcAft>
              <a:buSzPts val="1600"/>
              <a:buFont typeface="Alexandria Medium"/>
              <a:buChar char="●"/>
            </a:pPr>
            <a:r>
              <a:rPr lang="en" sz="1600">
                <a:highlight>
                  <a:srgbClr val="F5F3EF"/>
                </a:highlight>
                <a:latin typeface="Alexandria Medium"/>
                <a:ea typeface="Alexandria Medium"/>
                <a:cs typeface="Alexandria Medium"/>
                <a:sym typeface="Alexandria Medium"/>
              </a:rPr>
              <a:t>The fault must sustain for 40 ms to 100ms.</a:t>
            </a:r>
            <a:endParaRPr i="0" sz="1600" u="none" cap="none" strike="noStrike">
              <a:latin typeface="Alexandria Medium"/>
              <a:ea typeface="Alexandria Medium"/>
              <a:cs typeface="Alexandria Medium"/>
              <a:sym typeface="Alexandria Medium"/>
            </a:endParaRPr>
          </a:p>
        </p:txBody>
      </p:sp>
      <p:sp>
        <p:nvSpPr>
          <p:cNvPr id="482" name="Google Shape;482;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43"/>
          <p:cNvSpPr txBox="1"/>
          <p:nvPr>
            <p:ph type="title"/>
          </p:nvPr>
        </p:nvSpPr>
        <p:spPr>
          <a:xfrm>
            <a:off x="401425" y="5255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400">
                <a:solidFill>
                  <a:srgbClr val="000000"/>
                </a:solidFill>
              </a:rPr>
              <a:t>Project Specifications</a:t>
            </a:r>
            <a:endParaRPr sz="2400">
              <a:solidFill>
                <a:srgbClr val="000000"/>
              </a:solidFill>
            </a:endParaRPr>
          </a:p>
        </p:txBody>
      </p:sp>
      <p:sp>
        <p:nvSpPr>
          <p:cNvPr id="488" name="Google Shape;488;p43"/>
          <p:cNvSpPr txBox="1"/>
          <p:nvPr/>
        </p:nvSpPr>
        <p:spPr>
          <a:xfrm>
            <a:off x="401425" y="687825"/>
            <a:ext cx="8582400" cy="3879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lexandria"/>
                <a:ea typeface="Alexandria"/>
                <a:cs typeface="Alexandria"/>
                <a:sym typeface="Alexandria"/>
              </a:rPr>
              <a:t>Operating conductor supports a </a:t>
            </a:r>
            <a:r>
              <a:rPr b="1" i="0" lang="en" sz="1200" u="none" cap="none" strike="noStrike">
                <a:solidFill>
                  <a:srgbClr val="000000"/>
                </a:solidFill>
                <a:latin typeface="Alexandria"/>
                <a:ea typeface="Alexandria"/>
                <a:cs typeface="Alexandria"/>
                <a:sym typeface="Alexandria"/>
              </a:rPr>
              <a:t>25 mm² copper cable</a:t>
            </a:r>
            <a:r>
              <a:rPr b="0" i="0" lang="en" sz="1200" u="none" cap="none" strike="noStrike">
                <a:solidFill>
                  <a:srgbClr val="000000"/>
                </a:solidFill>
                <a:latin typeface="Alexandria"/>
                <a:ea typeface="Alexandria"/>
                <a:cs typeface="Alexandria"/>
                <a:sym typeface="Alexandria"/>
              </a:rPr>
              <a:t> used for current sensing and fault analysis.</a:t>
            </a:r>
            <a:br>
              <a:rPr b="0" i="0" lang="en" sz="1200" u="none" cap="none" strike="noStrike">
                <a:solidFill>
                  <a:srgbClr val="000000"/>
                </a:solidFill>
                <a:latin typeface="Alexandria"/>
                <a:ea typeface="Alexandria"/>
                <a:cs typeface="Alexandria"/>
                <a:sym typeface="Alexandria"/>
              </a:rPr>
            </a:br>
            <a:endParaRPr b="0" i="0" sz="1200" u="none" cap="none" strike="noStrike">
              <a:solidFill>
                <a:srgbClr val="000000"/>
              </a:solidFill>
              <a:latin typeface="Alexandria"/>
              <a:ea typeface="Alexandria"/>
              <a:cs typeface="Alexandria"/>
              <a:sym typeface="Alexandria"/>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lexandria"/>
                <a:ea typeface="Alexandria"/>
                <a:cs typeface="Alexandria"/>
                <a:sym typeface="Alexandria"/>
              </a:rPr>
              <a:t>System voltage rating operates under laboratory conditions with a </a:t>
            </a:r>
            <a:r>
              <a:rPr b="1" i="0" lang="en" sz="1200" u="none" cap="none" strike="noStrike">
                <a:solidFill>
                  <a:srgbClr val="000000"/>
                </a:solidFill>
                <a:latin typeface="Alexandria"/>
                <a:ea typeface="Alexandria"/>
                <a:cs typeface="Alexandria"/>
                <a:sym typeface="Alexandria"/>
              </a:rPr>
              <a:t>maximum operating voltage of up to 440 V</a:t>
            </a:r>
            <a:r>
              <a:rPr b="0" i="0" lang="en" sz="1200" u="none" cap="none" strike="noStrike">
                <a:solidFill>
                  <a:srgbClr val="000000"/>
                </a:solidFill>
                <a:latin typeface="Alexandria"/>
                <a:ea typeface="Alexandria"/>
                <a:cs typeface="Alexandria"/>
                <a:sym typeface="Alexandria"/>
              </a:rPr>
              <a:t>.</a:t>
            </a:r>
            <a:br>
              <a:rPr b="0" i="0" lang="en" sz="1200" u="none" cap="none" strike="noStrike">
                <a:solidFill>
                  <a:srgbClr val="000000"/>
                </a:solidFill>
                <a:latin typeface="Alexandria"/>
                <a:ea typeface="Alexandria"/>
                <a:cs typeface="Alexandria"/>
                <a:sym typeface="Alexandria"/>
              </a:rPr>
            </a:br>
            <a:endParaRPr b="0" i="0" sz="1200" u="none" cap="none" strike="noStrike">
              <a:solidFill>
                <a:srgbClr val="000000"/>
              </a:solidFill>
              <a:latin typeface="Alexandria"/>
              <a:ea typeface="Alexandria"/>
              <a:cs typeface="Alexandria"/>
              <a:sym typeface="Alexandria"/>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lexandria"/>
                <a:ea typeface="Alexandria"/>
                <a:cs typeface="Alexandria"/>
                <a:sym typeface="Alexandria"/>
              </a:rPr>
              <a:t>Current detection range accommodates fault currents in the range of </a:t>
            </a:r>
            <a:r>
              <a:rPr b="1" i="0" lang="en" sz="1200" u="none" cap="none" strike="noStrike">
                <a:solidFill>
                  <a:srgbClr val="000000"/>
                </a:solidFill>
                <a:latin typeface="Alexandria"/>
                <a:ea typeface="Alexandria"/>
                <a:cs typeface="Alexandria"/>
                <a:sym typeface="Alexandria"/>
              </a:rPr>
              <a:t>80 A to 100 A</a:t>
            </a:r>
            <a:r>
              <a:rPr b="0" i="0" lang="en" sz="1200" u="none" cap="none" strike="noStrike">
                <a:solidFill>
                  <a:srgbClr val="000000"/>
                </a:solidFill>
                <a:latin typeface="Alexandria"/>
                <a:ea typeface="Alexandria"/>
                <a:cs typeface="Alexandria"/>
                <a:sym typeface="Alexandria"/>
              </a:rPr>
              <a:t>.</a:t>
            </a:r>
            <a:endParaRPr b="0" i="0" sz="1200" u="none" cap="none" strike="noStrike">
              <a:solidFill>
                <a:srgbClr val="000000"/>
              </a:solidFill>
              <a:latin typeface="Alexandria"/>
              <a:ea typeface="Alexandria"/>
              <a:cs typeface="Alexandria"/>
              <a:sym typeface="Alexandria"/>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lexandria"/>
              <a:ea typeface="Alexandria"/>
              <a:cs typeface="Alexandria"/>
              <a:sym typeface="Alexandria"/>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lexandria"/>
                <a:ea typeface="Alexandria"/>
                <a:cs typeface="Alexandria"/>
                <a:sym typeface="Alexandria"/>
              </a:rPr>
              <a:t>Fault sensing duration detects sustained fault current events persisting for </a:t>
            </a:r>
            <a:r>
              <a:rPr b="1" i="0" lang="en" sz="1200" u="none" cap="none" strike="noStrike">
                <a:solidFill>
                  <a:srgbClr val="000000"/>
                </a:solidFill>
                <a:latin typeface="Alexandria"/>
                <a:ea typeface="Alexandria"/>
                <a:cs typeface="Alexandria"/>
                <a:sym typeface="Alexandria"/>
              </a:rPr>
              <a:t>more than 5 ms </a:t>
            </a:r>
            <a:r>
              <a:rPr b="0" i="0" lang="en" sz="1200" u="none" cap="none" strike="noStrike">
                <a:solidFill>
                  <a:srgbClr val="000000"/>
                </a:solidFill>
                <a:latin typeface="Alexandria"/>
                <a:ea typeface="Alexandria"/>
                <a:cs typeface="Alexandria"/>
                <a:sym typeface="Alexandria"/>
              </a:rPr>
              <a:t>to avoid transient fault misdetection.</a:t>
            </a:r>
            <a:br>
              <a:rPr b="0" i="0" lang="en" sz="1200" u="none" cap="none" strike="noStrike">
                <a:solidFill>
                  <a:srgbClr val="000000"/>
                </a:solidFill>
                <a:latin typeface="Alexandria"/>
                <a:ea typeface="Alexandria"/>
                <a:cs typeface="Alexandria"/>
                <a:sym typeface="Alexandria"/>
              </a:rPr>
            </a:br>
            <a:endParaRPr b="0" i="0" sz="1200" u="none" cap="none" strike="noStrike">
              <a:solidFill>
                <a:srgbClr val="000000"/>
              </a:solidFill>
              <a:latin typeface="Alexandria"/>
              <a:ea typeface="Alexandria"/>
              <a:cs typeface="Alexandria"/>
              <a:sym typeface="Alexandria"/>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lexandria"/>
                <a:ea typeface="Alexandria"/>
                <a:cs typeface="Alexandria"/>
                <a:sym typeface="Alexandria"/>
              </a:rPr>
              <a:t>Triggering delay activates fault indication within a </a:t>
            </a:r>
            <a:r>
              <a:rPr b="1" i="0" lang="en" sz="1200" u="none" cap="none" strike="noStrike">
                <a:solidFill>
                  <a:srgbClr val="000000"/>
                </a:solidFill>
                <a:latin typeface="Alexandria"/>
                <a:ea typeface="Alexandria"/>
                <a:cs typeface="Alexandria"/>
                <a:sym typeface="Alexandria"/>
              </a:rPr>
              <a:t>time window of 0.2 s to 0.5 s</a:t>
            </a:r>
            <a:r>
              <a:rPr b="0" i="0" lang="en" sz="1200" u="none" cap="none" strike="noStrike">
                <a:solidFill>
                  <a:srgbClr val="000000"/>
                </a:solidFill>
                <a:latin typeface="Alexandria"/>
                <a:ea typeface="Alexandria"/>
                <a:cs typeface="Alexandria"/>
                <a:sym typeface="Alexandria"/>
              </a:rPr>
              <a:t> after confirmed fault persistence.</a:t>
            </a:r>
            <a:br>
              <a:rPr b="0" i="0" lang="en" sz="1200" u="none" cap="none" strike="noStrike">
                <a:solidFill>
                  <a:srgbClr val="000000"/>
                </a:solidFill>
                <a:latin typeface="Alexandria"/>
                <a:ea typeface="Alexandria"/>
                <a:cs typeface="Alexandria"/>
                <a:sym typeface="Alexandria"/>
              </a:rPr>
            </a:br>
            <a:endParaRPr b="0" i="0" sz="1200" u="none" cap="none" strike="noStrike">
              <a:solidFill>
                <a:srgbClr val="000000"/>
              </a:solidFill>
              <a:latin typeface="Alexandria"/>
              <a:ea typeface="Alexandria"/>
              <a:cs typeface="Alexandria"/>
              <a:sym typeface="Alexandria"/>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lexandria"/>
                <a:ea typeface="Alexandria"/>
                <a:cs typeface="Alexandria"/>
                <a:sym typeface="Alexandria"/>
              </a:rPr>
              <a:t>Fault detection </a:t>
            </a:r>
            <a:r>
              <a:rPr b="1" i="0" lang="en" sz="1200" u="none" cap="none" strike="noStrike">
                <a:solidFill>
                  <a:srgbClr val="000000"/>
                </a:solidFill>
                <a:latin typeface="Alexandria"/>
                <a:ea typeface="Alexandria"/>
                <a:cs typeface="Alexandria"/>
                <a:sym typeface="Alexandria"/>
              </a:rPr>
              <a:t>accuracy would be &gt;90% for identifying fault conditions</a:t>
            </a:r>
            <a:r>
              <a:rPr b="0" i="0" lang="en" sz="1200" u="none" cap="none" strike="noStrike">
                <a:solidFill>
                  <a:srgbClr val="000000"/>
                </a:solidFill>
                <a:latin typeface="Alexandria"/>
                <a:ea typeface="Alexandria"/>
                <a:cs typeface="Alexandria"/>
                <a:sym typeface="Alexandria"/>
              </a:rPr>
              <a:t> under controlled test scenarios.</a:t>
            </a:r>
            <a:br>
              <a:rPr b="0" i="0" lang="en" sz="1200" u="none" cap="none" strike="noStrike">
                <a:solidFill>
                  <a:srgbClr val="000000"/>
                </a:solidFill>
                <a:latin typeface="Alexandria"/>
                <a:ea typeface="Alexandria"/>
                <a:cs typeface="Alexandria"/>
                <a:sym typeface="Alexandria"/>
              </a:rPr>
            </a:br>
            <a:endParaRPr b="0" i="0" sz="1200" u="none" cap="none" strike="noStrike">
              <a:solidFill>
                <a:srgbClr val="000000"/>
              </a:solidFill>
              <a:latin typeface="Alexandria"/>
              <a:ea typeface="Alexandria"/>
              <a:cs typeface="Alexandria"/>
              <a:sym typeface="Alexandria"/>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lexandria"/>
                <a:ea typeface="Alexandria"/>
                <a:cs typeface="Alexandria"/>
                <a:sym typeface="Alexandria"/>
              </a:rPr>
              <a:t>Battery endurance sustains uninterrupted system operation for a minimum duration of </a:t>
            </a:r>
            <a:r>
              <a:rPr b="1" i="0" lang="en" sz="1200" u="none" cap="none" strike="noStrike">
                <a:solidFill>
                  <a:srgbClr val="000000"/>
                </a:solidFill>
                <a:latin typeface="Alexandria"/>
                <a:ea typeface="Alexandria"/>
                <a:cs typeface="Alexandria"/>
                <a:sym typeface="Alexandria"/>
              </a:rPr>
              <a:t>3 years</a:t>
            </a:r>
            <a:r>
              <a:rPr b="0" i="0" lang="en" sz="1200" u="none" cap="none" strike="noStrike">
                <a:solidFill>
                  <a:srgbClr val="000000"/>
                </a:solidFill>
                <a:latin typeface="Alexandria"/>
                <a:ea typeface="Alexandria"/>
                <a:cs typeface="Alexandria"/>
                <a:sym typeface="Alexandria"/>
              </a:rPr>
              <a:t> under normal operating conditions.</a:t>
            </a:r>
            <a:br>
              <a:rPr b="0" i="0" lang="en" sz="1200" u="none" cap="none" strike="noStrike">
                <a:solidFill>
                  <a:srgbClr val="000000"/>
                </a:solidFill>
                <a:latin typeface="Alexandria"/>
                <a:ea typeface="Alexandria"/>
                <a:cs typeface="Alexandria"/>
                <a:sym typeface="Alexandria"/>
              </a:rPr>
            </a:br>
            <a:endParaRPr b="0" i="0" sz="1200" u="none" cap="none" strike="noStrike">
              <a:solidFill>
                <a:srgbClr val="000000"/>
              </a:solidFill>
              <a:latin typeface="Alexandria"/>
              <a:ea typeface="Alexandria"/>
              <a:cs typeface="Alexandria"/>
              <a:sym typeface="Alexandria"/>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lexandria"/>
                <a:ea typeface="Alexandria"/>
                <a:cs typeface="Alexandria"/>
                <a:sym typeface="Alexandria"/>
              </a:rPr>
              <a:t>System reset behavior restores the device to monitoring mode </a:t>
            </a:r>
            <a:r>
              <a:rPr b="1" i="0" lang="en" sz="1200" u="none" cap="none" strike="noStrike">
                <a:solidFill>
                  <a:srgbClr val="000000"/>
                </a:solidFill>
                <a:latin typeface="Alexandria"/>
                <a:ea typeface="Alexandria"/>
                <a:cs typeface="Alexandria"/>
                <a:sym typeface="Alexandria"/>
              </a:rPr>
              <a:t>automatically</a:t>
            </a:r>
            <a:r>
              <a:rPr b="0" i="0" lang="en" sz="1200" u="none" cap="none" strike="noStrike">
                <a:solidFill>
                  <a:srgbClr val="000000"/>
                </a:solidFill>
                <a:latin typeface="Alexandria"/>
                <a:ea typeface="Alexandria"/>
                <a:cs typeface="Alexandria"/>
                <a:sym typeface="Alexandria"/>
              </a:rPr>
              <a:t> after fault clearance.</a:t>
            </a:r>
            <a:endParaRPr b="0" i="0" sz="1200" u="none" cap="none" strike="noStrike">
              <a:solidFill>
                <a:srgbClr val="000000"/>
              </a:solidFill>
              <a:latin typeface="Alexandria"/>
              <a:ea typeface="Alexandria"/>
              <a:cs typeface="Alexandria"/>
              <a:sym typeface="Alexandria"/>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lexandria"/>
              <a:ea typeface="Alexandria"/>
              <a:cs typeface="Alexandria"/>
              <a:sym typeface="Alexandria"/>
            </a:endParaRPr>
          </a:p>
        </p:txBody>
      </p:sp>
      <p:grpSp>
        <p:nvGrpSpPr>
          <p:cNvPr id="489" name="Google Shape;489;p43"/>
          <p:cNvGrpSpPr/>
          <p:nvPr/>
        </p:nvGrpSpPr>
        <p:grpSpPr>
          <a:xfrm>
            <a:off x="150884" y="3569638"/>
            <a:ext cx="268566" cy="227950"/>
            <a:chOff x="5969825" y="1544263"/>
            <a:chExt cx="491250" cy="416956"/>
          </a:xfrm>
        </p:grpSpPr>
        <p:sp>
          <p:nvSpPr>
            <p:cNvPr id="490" name="Google Shape;490;p43"/>
            <p:cNvSpPr/>
            <p:nvPr/>
          </p:nvSpPr>
          <p:spPr>
            <a:xfrm>
              <a:off x="5969825" y="1544263"/>
              <a:ext cx="491250" cy="416956"/>
            </a:xfrm>
            <a:custGeom>
              <a:rect b="b" l="l" r="r" t="t"/>
              <a:pathLst>
                <a:path extrusionOk="0" h="1768" w="2083">
                  <a:moveTo>
                    <a:pt x="2083" y="467"/>
                  </a:moveTo>
                  <a:lnTo>
                    <a:pt x="2083" y="467"/>
                  </a:lnTo>
                  <a:cubicBezTo>
                    <a:pt x="2083" y="404"/>
                    <a:pt x="2034" y="355"/>
                    <a:pt x="1971" y="355"/>
                  </a:cubicBezTo>
                  <a:cubicBezTo>
                    <a:pt x="1933" y="355"/>
                    <a:pt x="1933" y="355"/>
                    <a:pt x="1933" y="355"/>
                  </a:cubicBezTo>
                  <a:cubicBezTo>
                    <a:pt x="1933" y="292"/>
                    <a:pt x="1933" y="292"/>
                    <a:pt x="1933" y="292"/>
                  </a:cubicBezTo>
                  <a:cubicBezTo>
                    <a:pt x="1933" y="224"/>
                    <a:pt x="1884" y="172"/>
                    <a:pt x="1825" y="168"/>
                  </a:cubicBezTo>
                  <a:cubicBezTo>
                    <a:pt x="1825" y="112"/>
                    <a:pt x="1825" y="112"/>
                    <a:pt x="1825" y="112"/>
                  </a:cubicBezTo>
                  <a:cubicBezTo>
                    <a:pt x="1825" y="52"/>
                    <a:pt x="1772" y="0"/>
                    <a:pt x="1709" y="0"/>
                  </a:cubicBezTo>
                  <a:cubicBezTo>
                    <a:pt x="1675" y="0"/>
                    <a:pt x="1675" y="0"/>
                    <a:pt x="1675" y="0"/>
                  </a:cubicBezTo>
                  <a:cubicBezTo>
                    <a:pt x="1615" y="0"/>
                    <a:pt x="1563" y="52"/>
                    <a:pt x="1563" y="112"/>
                  </a:cubicBezTo>
                  <a:cubicBezTo>
                    <a:pt x="1563" y="168"/>
                    <a:pt x="1563" y="168"/>
                    <a:pt x="1563" y="168"/>
                  </a:cubicBezTo>
                  <a:cubicBezTo>
                    <a:pt x="1413" y="168"/>
                    <a:pt x="1413" y="168"/>
                    <a:pt x="1413" y="168"/>
                  </a:cubicBezTo>
                  <a:cubicBezTo>
                    <a:pt x="1384" y="75"/>
                    <a:pt x="1384" y="75"/>
                    <a:pt x="1384" y="75"/>
                  </a:cubicBezTo>
                  <a:cubicBezTo>
                    <a:pt x="1369" y="22"/>
                    <a:pt x="1335" y="11"/>
                    <a:pt x="1309" y="11"/>
                  </a:cubicBezTo>
                  <a:cubicBezTo>
                    <a:pt x="778" y="11"/>
                    <a:pt x="778" y="11"/>
                    <a:pt x="778" y="11"/>
                  </a:cubicBezTo>
                  <a:cubicBezTo>
                    <a:pt x="755" y="11"/>
                    <a:pt x="722" y="22"/>
                    <a:pt x="703" y="75"/>
                  </a:cubicBezTo>
                  <a:cubicBezTo>
                    <a:pt x="677" y="168"/>
                    <a:pt x="677" y="168"/>
                    <a:pt x="677" y="168"/>
                  </a:cubicBezTo>
                  <a:cubicBezTo>
                    <a:pt x="516" y="168"/>
                    <a:pt x="516" y="168"/>
                    <a:pt x="516" y="168"/>
                  </a:cubicBezTo>
                  <a:cubicBezTo>
                    <a:pt x="516" y="112"/>
                    <a:pt x="516" y="112"/>
                    <a:pt x="516" y="112"/>
                  </a:cubicBezTo>
                  <a:cubicBezTo>
                    <a:pt x="516" y="52"/>
                    <a:pt x="464" y="0"/>
                    <a:pt x="404" y="0"/>
                  </a:cubicBezTo>
                  <a:cubicBezTo>
                    <a:pt x="366" y="0"/>
                    <a:pt x="366" y="0"/>
                    <a:pt x="366" y="0"/>
                  </a:cubicBezTo>
                  <a:cubicBezTo>
                    <a:pt x="303" y="0"/>
                    <a:pt x="250" y="52"/>
                    <a:pt x="250" y="112"/>
                  </a:cubicBezTo>
                  <a:cubicBezTo>
                    <a:pt x="250" y="168"/>
                    <a:pt x="250" y="168"/>
                    <a:pt x="250" y="168"/>
                  </a:cubicBezTo>
                  <a:cubicBezTo>
                    <a:pt x="191" y="172"/>
                    <a:pt x="142" y="228"/>
                    <a:pt x="142" y="292"/>
                  </a:cubicBezTo>
                  <a:cubicBezTo>
                    <a:pt x="142" y="355"/>
                    <a:pt x="142" y="355"/>
                    <a:pt x="142" y="355"/>
                  </a:cubicBezTo>
                  <a:cubicBezTo>
                    <a:pt x="108" y="355"/>
                    <a:pt x="108" y="355"/>
                    <a:pt x="108" y="355"/>
                  </a:cubicBezTo>
                  <a:cubicBezTo>
                    <a:pt x="49" y="355"/>
                    <a:pt x="0" y="404"/>
                    <a:pt x="0" y="467"/>
                  </a:cubicBezTo>
                  <a:cubicBezTo>
                    <a:pt x="0" y="527"/>
                    <a:pt x="45" y="575"/>
                    <a:pt x="105" y="579"/>
                  </a:cubicBezTo>
                  <a:cubicBezTo>
                    <a:pt x="105" y="1424"/>
                    <a:pt x="105" y="1424"/>
                    <a:pt x="105" y="1424"/>
                  </a:cubicBezTo>
                  <a:cubicBezTo>
                    <a:pt x="60" y="1432"/>
                    <a:pt x="26" y="1469"/>
                    <a:pt x="26" y="1514"/>
                  </a:cubicBezTo>
                  <a:cubicBezTo>
                    <a:pt x="26" y="1709"/>
                    <a:pt x="26" y="1709"/>
                    <a:pt x="26" y="1709"/>
                  </a:cubicBezTo>
                  <a:cubicBezTo>
                    <a:pt x="26" y="1742"/>
                    <a:pt x="52" y="1768"/>
                    <a:pt x="86" y="1768"/>
                  </a:cubicBezTo>
                  <a:cubicBezTo>
                    <a:pt x="1982" y="1768"/>
                    <a:pt x="1982" y="1768"/>
                    <a:pt x="1982" y="1768"/>
                  </a:cubicBezTo>
                  <a:cubicBezTo>
                    <a:pt x="2012" y="1768"/>
                    <a:pt x="2038" y="1742"/>
                    <a:pt x="2038" y="1709"/>
                  </a:cubicBezTo>
                  <a:cubicBezTo>
                    <a:pt x="2038" y="1514"/>
                    <a:pt x="2038" y="1514"/>
                    <a:pt x="2038" y="1514"/>
                  </a:cubicBezTo>
                  <a:cubicBezTo>
                    <a:pt x="2038" y="1473"/>
                    <a:pt x="2012" y="1439"/>
                    <a:pt x="1974" y="1428"/>
                  </a:cubicBezTo>
                  <a:cubicBezTo>
                    <a:pt x="1974" y="579"/>
                    <a:pt x="1974" y="579"/>
                    <a:pt x="1974" y="579"/>
                  </a:cubicBezTo>
                  <a:cubicBezTo>
                    <a:pt x="2034" y="575"/>
                    <a:pt x="2083" y="527"/>
                    <a:pt x="2083" y="467"/>
                  </a:cubicBezTo>
                  <a:moveTo>
                    <a:pt x="1623" y="116"/>
                  </a:moveTo>
                  <a:lnTo>
                    <a:pt x="1623" y="116"/>
                  </a:lnTo>
                  <a:cubicBezTo>
                    <a:pt x="1623" y="86"/>
                    <a:pt x="1649" y="60"/>
                    <a:pt x="1675" y="60"/>
                  </a:cubicBezTo>
                  <a:cubicBezTo>
                    <a:pt x="1709" y="60"/>
                    <a:pt x="1709" y="60"/>
                    <a:pt x="1709" y="60"/>
                  </a:cubicBezTo>
                  <a:cubicBezTo>
                    <a:pt x="1739" y="60"/>
                    <a:pt x="1761" y="86"/>
                    <a:pt x="1761" y="116"/>
                  </a:cubicBezTo>
                  <a:cubicBezTo>
                    <a:pt x="1761" y="168"/>
                    <a:pt x="1761" y="168"/>
                    <a:pt x="1761" y="168"/>
                  </a:cubicBezTo>
                  <a:cubicBezTo>
                    <a:pt x="1623" y="168"/>
                    <a:pt x="1623" y="168"/>
                    <a:pt x="1623" y="168"/>
                  </a:cubicBezTo>
                  <a:cubicBezTo>
                    <a:pt x="1623" y="116"/>
                    <a:pt x="1623" y="116"/>
                    <a:pt x="1623" y="116"/>
                  </a:cubicBezTo>
                  <a:moveTo>
                    <a:pt x="748" y="89"/>
                  </a:moveTo>
                  <a:lnTo>
                    <a:pt x="748" y="89"/>
                  </a:lnTo>
                  <a:cubicBezTo>
                    <a:pt x="755" y="71"/>
                    <a:pt x="759" y="71"/>
                    <a:pt x="767" y="71"/>
                  </a:cubicBezTo>
                  <a:cubicBezTo>
                    <a:pt x="1313" y="71"/>
                    <a:pt x="1313" y="71"/>
                    <a:pt x="1313" y="71"/>
                  </a:cubicBezTo>
                  <a:cubicBezTo>
                    <a:pt x="1320" y="71"/>
                    <a:pt x="1324" y="71"/>
                    <a:pt x="1331" y="89"/>
                  </a:cubicBezTo>
                  <a:cubicBezTo>
                    <a:pt x="1353" y="168"/>
                    <a:pt x="1353" y="168"/>
                    <a:pt x="1353" y="168"/>
                  </a:cubicBezTo>
                  <a:cubicBezTo>
                    <a:pt x="722" y="168"/>
                    <a:pt x="722" y="168"/>
                    <a:pt x="722" y="168"/>
                  </a:cubicBezTo>
                  <a:lnTo>
                    <a:pt x="748" y="89"/>
                  </a:lnTo>
                  <a:moveTo>
                    <a:pt x="370" y="60"/>
                  </a:moveTo>
                  <a:lnTo>
                    <a:pt x="370" y="60"/>
                  </a:lnTo>
                  <a:cubicBezTo>
                    <a:pt x="400" y="60"/>
                    <a:pt x="400" y="60"/>
                    <a:pt x="400" y="60"/>
                  </a:cubicBezTo>
                  <a:cubicBezTo>
                    <a:pt x="430" y="60"/>
                    <a:pt x="456" y="86"/>
                    <a:pt x="456" y="116"/>
                  </a:cubicBezTo>
                  <a:cubicBezTo>
                    <a:pt x="456" y="168"/>
                    <a:pt x="456" y="168"/>
                    <a:pt x="456" y="168"/>
                  </a:cubicBezTo>
                  <a:cubicBezTo>
                    <a:pt x="318" y="168"/>
                    <a:pt x="318" y="168"/>
                    <a:pt x="318" y="168"/>
                  </a:cubicBezTo>
                  <a:cubicBezTo>
                    <a:pt x="318" y="116"/>
                    <a:pt x="318" y="116"/>
                    <a:pt x="318" y="116"/>
                  </a:cubicBezTo>
                  <a:cubicBezTo>
                    <a:pt x="318" y="86"/>
                    <a:pt x="340" y="60"/>
                    <a:pt x="370" y="60"/>
                  </a:cubicBezTo>
                  <a:moveTo>
                    <a:pt x="202" y="292"/>
                  </a:moveTo>
                  <a:lnTo>
                    <a:pt x="202" y="292"/>
                  </a:lnTo>
                  <a:cubicBezTo>
                    <a:pt x="202" y="258"/>
                    <a:pt x="232" y="228"/>
                    <a:pt x="265" y="228"/>
                  </a:cubicBezTo>
                  <a:cubicBezTo>
                    <a:pt x="284" y="228"/>
                    <a:pt x="284" y="228"/>
                    <a:pt x="284" y="228"/>
                  </a:cubicBezTo>
                  <a:cubicBezTo>
                    <a:pt x="486" y="228"/>
                    <a:pt x="486" y="228"/>
                    <a:pt x="486" y="228"/>
                  </a:cubicBezTo>
                  <a:cubicBezTo>
                    <a:pt x="688" y="228"/>
                    <a:pt x="688" y="228"/>
                    <a:pt x="688" y="228"/>
                  </a:cubicBezTo>
                  <a:cubicBezTo>
                    <a:pt x="1391" y="228"/>
                    <a:pt x="1391" y="228"/>
                    <a:pt x="1391" y="228"/>
                  </a:cubicBezTo>
                  <a:cubicBezTo>
                    <a:pt x="1593" y="228"/>
                    <a:pt x="1593" y="228"/>
                    <a:pt x="1593" y="228"/>
                  </a:cubicBezTo>
                  <a:cubicBezTo>
                    <a:pt x="1795" y="228"/>
                    <a:pt x="1795" y="228"/>
                    <a:pt x="1795" y="228"/>
                  </a:cubicBezTo>
                  <a:cubicBezTo>
                    <a:pt x="1813" y="228"/>
                    <a:pt x="1813" y="228"/>
                    <a:pt x="1813" y="228"/>
                  </a:cubicBezTo>
                  <a:cubicBezTo>
                    <a:pt x="1847" y="228"/>
                    <a:pt x="1877" y="258"/>
                    <a:pt x="1877" y="292"/>
                  </a:cubicBezTo>
                  <a:cubicBezTo>
                    <a:pt x="1877" y="355"/>
                    <a:pt x="1877" y="355"/>
                    <a:pt x="1877" y="355"/>
                  </a:cubicBezTo>
                  <a:cubicBezTo>
                    <a:pt x="202" y="355"/>
                    <a:pt x="202" y="355"/>
                    <a:pt x="202" y="355"/>
                  </a:cubicBezTo>
                  <a:lnTo>
                    <a:pt x="202" y="292"/>
                  </a:lnTo>
                  <a:moveTo>
                    <a:pt x="1978" y="1705"/>
                  </a:moveTo>
                  <a:lnTo>
                    <a:pt x="1978" y="1705"/>
                  </a:lnTo>
                  <a:cubicBezTo>
                    <a:pt x="86" y="1705"/>
                    <a:pt x="86" y="1705"/>
                    <a:pt x="86" y="1705"/>
                  </a:cubicBezTo>
                  <a:cubicBezTo>
                    <a:pt x="86" y="1518"/>
                    <a:pt x="86" y="1518"/>
                    <a:pt x="86" y="1518"/>
                  </a:cubicBezTo>
                  <a:cubicBezTo>
                    <a:pt x="86" y="1499"/>
                    <a:pt x="101" y="1484"/>
                    <a:pt x="120" y="1484"/>
                  </a:cubicBezTo>
                  <a:cubicBezTo>
                    <a:pt x="176" y="1484"/>
                    <a:pt x="176" y="1484"/>
                    <a:pt x="176" y="1484"/>
                  </a:cubicBezTo>
                  <a:cubicBezTo>
                    <a:pt x="194" y="1484"/>
                    <a:pt x="209" y="1499"/>
                    <a:pt x="209" y="1518"/>
                  </a:cubicBezTo>
                  <a:cubicBezTo>
                    <a:pt x="209" y="1574"/>
                    <a:pt x="209" y="1574"/>
                    <a:pt x="209" y="1574"/>
                  </a:cubicBezTo>
                  <a:cubicBezTo>
                    <a:pt x="209" y="1593"/>
                    <a:pt x="224" y="1604"/>
                    <a:pt x="239" y="1604"/>
                  </a:cubicBezTo>
                  <a:cubicBezTo>
                    <a:pt x="983" y="1604"/>
                    <a:pt x="983" y="1604"/>
                    <a:pt x="983" y="1604"/>
                  </a:cubicBezTo>
                  <a:cubicBezTo>
                    <a:pt x="998" y="1604"/>
                    <a:pt x="1010" y="1596"/>
                    <a:pt x="1013" y="1581"/>
                  </a:cubicBezTo>
                  <a:cubicBezTo>
                    <a:pt x="1017" y="1563"/>
                    <a:pt x="1002" y="1544"/>
                    <a:pt x="983" y="1544"/>
                  </a:cubicBezTo>
                  <a:cubicBezTo>
                    <a:pt x="273" y="1544"/>
                    <a:pt x="273" y="1544"/>
                    <a:pt x="273" y="1544"/>
                  </a:cubicBezTo>
                  <a:cubicBezTo>
                    <a:pt x="273" y="1514"/>
                    <a:pt x="273" y="1514"/>
                    <a:pt x="273" y="1514"/>
                  </a:cubicBezTo>
                  <a:cubicBezTo>
                    <a:pt x="273" y="1462"/>
                    <a:pt x="228" y="1421"/>
                    <a:pt x="179" y="1421"/>
                  </a:cubicBezTo>
                  <a:cubicBezTo>
                    <a:pt x="165" y="1421"/>
                    <a:pt x="165" y="1421"/>
                    <a:pt x="165" y="1421"/>
                  </a:cubicBezTo>
                  <a:cubicBezTo>
                    <a:pt x="165" y="579"/>
                    <a:pt x="165" y="579"/>
                    <a:pt x="165" y="579"/>
                  </a:cubicBezTo>
                  <a:cubicBezTo>
                    <a:pt x="983" y="579"/>
                    <a:pt x="983" y="579"/>
                    <a:pt x="983" y="579"/>
                  </a:cubicBezTo>
                  <a:cubicBezTo>
                    <a:pt x="998" y="579"/>
                    <a:pt x="1013" y="568"/>
                    <a:pt x="1013" y="553"/>
                  </a:cubicBezTo>
                  <a:cubicBezTo>
                    <a:pt x="1021" y="535"/>
                    <a:pt x="1006" y="516"/>
                    <a:pt x="983" y="516"/>
                  </a:cubicBezTo>
                  <a:cubicBezTo>
                    <a:pt x="112" y="516"/>
                    <a:pt x="112" y="516"/>
                    <a:pt x="112" y="516"/>
                  </a:cubicBezTo>
                  <a:cubicBezTo>
                    <a:pt x="86" y="516"/>
                    <a:pt x="60" y="497"/>
                    <a:pt x="60" y="467"/>
                  </a:cubicBezTo>
                  <a:cubicBezTo>
                    <a:pt x="60" y="437"/>
                    <a:pt x="82" y="415"/>
                    <a:pt x="112" y="415"/>
                  </a:cubicBezTo>
                  <a:cubicBezTo>
                    <a:pt x="1967" y="415"/>
                    <a:pt x="1967" y="415"/>
                    <a:pt x="1967" y="415"/>
                  </a:cubicBezTo>
                  <a:cubicBezTo>
                    <a:pt x="1989" y="415"/>
                    <a:pt x="2015" y="434"/>
                    <a:pt x="2019" y="460"/>
                  </a:cubicBezTo>
                  <a:cubicBezTo>
                    <a:pt x="2023" y="490"/>
                    <a:pt x="1997" y="516"/>
                    <a:pt x="1967" y="516"/>
                  </a:cubicBezTo>
                  <a:cubicBezTo>
                    <a:pt x="1118" y="516"/>
                    <a:pt x="1118" y="516"/>
                    <a:pt x="1118" y="516"/>
                  </a:cubicBezTo>
                  <a:cubicBezTo>
                    <a:pt x="1103" y="516"/>
                    <a:pt x="1092" y="527"/>
                    <a:pt x="1088" y="542"/>
                  </a:cubicBezTo>
                  <a:cubicBezTo>
                    <a:pt x="1084" y="561"/>
                    <a:pt x="1099" y="579"/>
                    <a:pt x="1118" y="579"/>
                  </a:cubicBezTo>
                  <a:cubicBezTo>
                    <a:pt x="1915" y="579"/>
                    <a:pt x="1915" y="579"/>
                    <a:pt x="1915" y="579"/>
                  </a:cubicBezTo>
                  <a:cubicBezTo>
                    <a:pt x="1915" y="1421"/>
                    <a:pt x="1915" y="1421"/>
                    <a:pt x="1915" y="1421"/>
                  </a:cubicBezTo>
                  <a:cubicBezTo>
                    <a:pt x="1884" y="1421"/>
                    <a:pt x="1884" y="1421"/>
                    <a:pt x="1884" y="1421"/>
                  </a:cubicBezTo>
                  <a:cubicBezTo>
                    <a:pt x="1832" y="1421"/>
                    <a:pt x="1791" y="1466"/>
                    <a:pt x="1791" y="1514"/>
                  </a:cubicBezTo>
                  <a:cubicBezTo>
                    <a:pt x="1791" y="1544"/>
                    <a:pt x="1791" y="1544"/>
                    <a:pt x="1791" y="1544"/>
                  </a:cubicBezTo>
                  <a:cubicBezTo>
                    <a:pt x="1110" y="1544"/>
                    <a:pt x="1110" y="1544"/>
                    <a:pt x="1110" y="1544"/>
                  </a:cubicBezTo>
                  <a:cubicBezTo>
                    <a:pt x="1099" y="1544"/>
                    <a:pt x="1088" y="1548"/>
                    <a:pt x="1084" y="1559"/>
                  </a:cubicBezTo>
                  <a:cubicBezTo>
                    <a:pt x="1073" y="1581"/>
                    <a:pt x="1092" y="1604"/>
                    <a:pt x="1110" y="1604"/>
                  </a:cubicBezTo>
                  <a:cubicBezTo>
                    <a:pt x="1825" y="1604"/>
                    <a:pt x="1825" y="1604"/>
                    <a:pt x="1825" y="1604"/>
                  </a:cubicBezTo>
                  <a:cubicBezTo>
                    <a:pt x="1840" y="1604"/>
                    <a:pt x="1851" y="1593"/>
                    <a:pt x="1851" y="1578"/>
                  </a:cubicBezTo>
                  <a:cubicBezTo>
                    <a:pt x="1851" y="1518"/>
                    <a:pt x="1851" y="1518"/>
                    <a:pt x="1851" y="1518"/>
                  </a:cubicBezTo>
                  <a:cubicBezTo>
                    <a:pt x="1851" y="1499"/>
                    <a:pt x="1866" y="1484"/>
                    <a:pt x="1884" y="1484"/>
                  </a:cubicBezTo>
                  <a:cubicBezTo>
                    <a:pt x="1944" y="1484"/>
                    <a:pt x="1944" y="1484"/>
                    <a:pt x="1944" y="1484"/>
                  </a:cubicBezTo>
                  <a:cubicBezTo>
                    <a:pt x="1963" y="1484"/>
                    <a:pt x="1978" y="1499"/>
                    <a:pt x="1978" y="1518"/>
                  </a:cubicBezTo>
                  <a:cubicBezTo>
                    <a:pt x="1978" y="1705"/>
                    <a:pt x="1978" y="1705"/>
                    <a:pt x="1978" y="1705"/>
                  </a:cubicBezTo>
                  <a:close/>
                </a:path>
              </a:pathLst>
            </a:custGeom>
            <a:solidFill>
              <a:schemeClr val="lt1"/>
            </a:solidFill>
            <a:ln>
              <a:noFill/>
            </a:ln>
          </p:spPr>
          <p:txBody>
            <a:bodyPr anchorCtr="1" anchor="ctr" bIns="24600" lIns="49200" spcFirstLastPara="1" rIns="49200" wrap="square" tIns="24600">
              <a:noAutofit/>
            </a:bodyPr>
            <a:lstStyle/>
            <a:p>
              <a:pPr indent="0" lvl="0" marL="0" marR="0" rtl="0" algn="l">
                <a:lnSpc>
                  <a:spcPct val="100000"/>
                </a:lnSpc>
                <a:spcBef>
                  <a:spcPts val="0"/>
                </a:spcBef>
                <a:spcAft>
                  <a:spcPts val="0"/>
                </a:spcAft>
                <a:buClr>
                  <a:srgbClr val="000000"/>
                </a:buClr>
                <a:buSzPts val="984"/>
                <a:buFont typeface="Arial"/>
                <a:buNone/>
              </a:pPr>
              <a:r>
                <a:t/>
              </a:r>
              <a:endParaRPr b="1" i="0" sz="984" u="none" cap="none" strike="noStrike">
                <a:solidFill>
                  <a:srgbClr val="FFFFFF"/>
                </a:solidFill>
                <a:latin typeface="Arial"/>
                <a:ea typeface="Arial"/>
                <a:cs typeface="Arial"/>
                <a:sym typeface="Arial"/>
              </a:endParaRPr>
            </a:p>
          </p:txBody>
        </p:sp>
        <p:sp>
          <p:nvSpPr>
            <p:cNvPr id="491" name="Google Shape;491;p43"/>
            <p:cNvSpPr/>
            <p:nvPr/>
          </p:nvSpPr>
          <p:spPr>
            <a:xfrm>
              <a:off x="6158024" y="1714772"/>
              <a:ext cx="113438" cy="161075"/>
            </a:xfrm>
            <a:custGeom>
              <a:rect b="b" l="l" r="r" t="t"/>
              <a:pathLst>
                <a:path extrusionOk="0" h="683" w="481">
                  <a:moveTo>
                    <a:pt x="477" y="286"/>
                  </a:moveTo>
                  <a:lnTo>
                    <a:pt x="477" y="286"/>
                  </a:lnTo>
                  <a:cubicBezTo>
                    <a:pt x="466" y="264"/>
                    <a:pt x="436" y="264"/>
                    <a:pt x="425" y="264"/>
                  </a:cubicBezTo>
                  <a:cubicBezTo>
                    <a:pt x="286" y="264"/>
                    <a:pt x="286" y="264"/>
                    <a:pt x="286" y="264"/>
                  </a:cubicBezTo>
                  <a:cubicBezTo>
                    <a:pt x="331" y="70"/>
                    <a:pt x="331" y="70"/>
                    <a:pt x="331" y="70"/>
                  </a:cubicBezTo>
                  <a:cubicBezTo>
                    <a:pt x="339" y="51"/>
                    <a:pt x="346" y="17"/>
                    <a:pt x="316" y="2"/>
                  </a:cubicBezTo>
                  <a:cubicBezTo>
                    <a:pt x="290" y="-9"/>
                    <a:pt x="264" y="21"/>
                    <a:pt x="245" y="43"/>
                  </a:cubicBezTo>
                  <a:cubicBezTo>
                    <a:pt x="21" y="335"/>
                    <a:pt x="21" y="335"/>
                    <a:pt x="21" y="335"/>
                  </a:cubicBezTo>
                  <a:cubicBezTo>
                    <a:pt x="9" y="350"/>
                    <a:pt x="-9" y="376"/>
                    <a:pt x="6" y="402"/>
                  </a:cubicBezTo>
                  <a:cubicBezTo>
                    <a:pt x="17" y="425"/>
                    <a:pt x="47" y="425"/>
                    <a:pt x="58" y="425"/>
                  </a:cubicBezTo>
                  <a:cubicBezTo>
                    <a:pt x="196" y="425"/>
                    <a:pt x="196" y="425"/>
                    <a:pt x="196" y="425"/>
                  </a:cubicBezTo>
                  <a:cubicBezTo>
                    <a:pt x="148" y="619"/>
                    <a:pt x="148" y="619"/>
                    <a:pt x="148" y="619"/>
                  </a:cubicBezTo>
                  <a:cubicBezTo>
                    <a:pt x="140" y="649"/>
                    <a:pt x="148" y="668"/>
                    <a:pt x="167" y="679"/>
                  </a:cubicBezTo>
                  <a:cubicBezTo>
                    <a:pt x="170" y="679"/>
                    <a:pt x="178" y="683"/>
                    <a:pt x="182" y="683"/>
                  </a:cubicBezTo>
                  <a:cubicBezTo>
                    <a:pt x="208" y="683"/>
                    <a:pt x="227" y="653"/>
                    <a:pt x="234" y="645"/>
                  </a:cubicBezTo>
                  <a:cubicBezTo>
                    <a:pt x="458" y="350"/>
                    <a:pt x="458" y="350"/>
                    <a:pt x="458" y="350"/>
                  </a:cubicBezTo>
                  <a:cubicBezTo>
                    <a:pt x="470" y="335"/>
                    <a:pt x="488" y="313"/>
                    <a:pt x="477" y="286"/>
                  </a:cubicBezTo>
                  <a:moveTo>
                    <a:pt x="227" y="552"/>
                  </a:moveTo>
                  <a:lnTo>
                    <a:pt x="227" y="552"/>
                  </a:lnTo>
                  <a:cubicBezTo>
                    <a:pt x="256" y="436"/>
                    <a:pt x="256" y="436"/>
                    <a:pt x="256" y="436"/>
                  </a:cubicBezTo>
                  <a:cubicBezTo>
                    <a:pt x="256" y="421"/>
                    <a:pt x="260" y="398"/>
                    <a:pt x="249" y="384"/>
                  </a:cubicBezTo>
                  <a:cubicBezTo>
                    <a:pt x="234" y="365"/>
                    <a:pt x="215" y="365"/>
                    <a:pt x="200" y="365"/>
                  </a:cubicBezTo>
                  <a:cubicBezTo>
                    <a:pt x="81" y="365"/>
                    <a:pt x="81" y="365"/>
                    <a:pt x="81" y="365"/>
                  </a:cubicBezTo>
                  <a:cubicBezTo>
                    <a:pt x="256" y="137"/>
                    <a:pt x="256" y="137"/>
                    <a:pt x="256" y="137"/>
                  </a:cubicBezTo>
                  <a:cubicBezTo>
                    <a:pt x="227" y="260"/>
                    <a:pt x="227" y="260"/>
                    <a:pt x="227" y="260"/>
                  </a:cubicBezTo>
                  <a:cubicBezTo>
                    <a:pt x="223" y="271"/>
                    <a:pt x="219" y="290"/>
                    <a:pt x="230" y="309"/>
                  </a:cubicBezTo>
                  <a:cubicBezTo>
                    <a:pt x="241" y="324"/>
                    <a:pt x="264" y="324"/>
                    <a:pt x="275" y="324"/>
                  </a:cubicBezTo>
                  <a:cubicBezTo>
                    <a:pt x="402" y="324"/>
                    <a:pt x="402" y="324"/>
                    <a:pt x="402" y="324"/>
                  </a:cubicBezTo>
                  <a:lnTo>
                    <a:pt x="227" y="552"/>
                  </a:lnTo>
                  <a:close/>
                </a:path>
              </a:pathLst>
            </a:custGeom>
            <a:solidFill>
              <a:schemeClr val="lt1"/>
            </a:solidFill>
            <a:ln>
              <a:noFill/>
            </a:ln>
          </p:spPr>
          <p:txBody>
            <a:bodyPr anchorCtr="1" anchor="ctr" bIns="24600" lIns="49200" spcFirstLastPara="1" rIns="49200" wrap="square" tIns="24600">
              <a:noAutofit/>
            </a:bodyPr>
            <a:lstStyle/>
            <a:p>
              <a:pPr indent="0" lvl="0" marL="0" marR="0" rtl="0" algn="l">
                <a:lnSpc>
                  <a:spcPct val="100000"/>
                </a:lnSpc>
                <a:spcBef>
                  <a:spcPts val="0"/>
                </a:spcBef>
                <a:spcAft>
                  <a:spcPts val="0"/>
                </a:spcAft>
                <a:buClr>
                  <a:srgbClr val="000000"/>
                </a:buClr>
                <a:buSzPts val="984"/>
                <a:buFont typeface="Arial"/>
                <a:buNone/>
              </a:pPr>
              <a:r>
                <a:t/>
              </a:r>
              <a:endParaRPr b="1" i="0" sz="984" u="none" cap="none" strike="noStrike">
                <a:solidFill>
                  <a:srgbClr val="FFFFFF"/>
                </a:solidFill>
                <a:latin typeface="Arial"/>
                <a:ea typeface="Arial"/>
                <a:cs typeface="Arial"/>
                <a:sym typeface="Arial"/>
              </a:endParaRPr>
            </a:p>
          </p:txBody>
        </p:sp>
        <p:sp>
          <p:nvSpPr>
            <p:cNvPr id="492" name="Google Shape;492;p43"/>
            <p:cNvSpPr/>
            <p:nvPr/>
          </p:nvSpPr>
          <p:spPr>
            <a:xfrm>
              <a:off x="6330185" y="1731988"/>
              <a:ext cx="46460" cy="45988"/>
            </a:xfrm>
            <a:custGeom>
              <a:rect b="b" l="l" r="r" t="t"/>
              <a:pathLst>
                <a:path extrusionOk="0" h="195" w="197">
                  <a:moveTo>
                    <a:pt x="31" y="127"/>
                  </a:moveTo>
                  <a:lnTo>
                    <a:pt x="31" y="127"/>
                  </a:lnTo>
                  <a:cubicBezTo>
                    <a:pt x="68" y="127"/>
                    <a:pt x="68" y="127"/>
                    <a:pt x="68" y="127"/>
                  </a:cubicBezTo>
                  <a:cubicBezTo>
                    <a:pt x="68" y="165"/>
                    <a:pt x="68" y="165"/>
                    <a:pt x="68" y="165"/>
                  </a:cubicBezTo>
                  <a:cubicBezTo>
                    <a:pt x="68" y="180"/>
                    <a:pt x="76" y="191"/>
                    <a:pt x="91" y="195"/>
                  </a:cubicBezTo>
                  <a:cubicBezTo>
                    <a:pt x="110" y="198"/>
                    <a:pt x="128" y="183"/>
                    <a:pt x="128" y="165"/>
                  </a:cubicBezTo>
                  <a:cubicBezTo>
                    <a:pt x="128" y="127"/>
                    <a:pt x="128" y="127"/>
                    <a:pt x="128" y="127"/>
                  </a:cubicBezTo>
                  <a:cubicBezTo>
                    <a:pt x="166" y="127"/>
                    <a:pt x="166" y="127"/>
                    <a:pt x="166" y="127"/>
                  </a:cubicBezTo>
                  <a:cubicBezTo>
                    <a:pt x="181" y="127"/>
                    <a:pt x="192" y="120"/>
                    <a:pt x="196" y="105"/>
                  </a:cubicBezTo>
                  <a:cubicBezTo>
                    <a:pt x="200" y="86"/>
                    <a:pt x="184" y="67"/>
                    <a:pt x="166" y="67"/>
                  </a:cubicBezTo>
                  <a:cubicBezTo>
                    <a:pt x="128" y="67"/>
                    <a:pt x="128" y="67"/>
                    <a:pt x="128" y="67"/>
                  </a:cubicBezTo>
                  <a:cubicBezTo>
                    <a:pt x="128" y="30"/>
                    <a:pt x="128" y="30"/>
                    <a:pt x="128" y="30"/>
                  </a:cubicBezTo>
                  <a:cubicBezTo>
                    <a:pt x="128" y="15"/>
                    <a:pt x="117" y="4"/>
                    <a:pt x="106" y="0"/>
                  </a:cubicBezTo>
                  <a:cubicBezTo>
                    <a:pt x="84" y="-3"/>
                    <a:pt x="68" y="11"/>
                    <a:pt x="68" y="30"/>
                  </a:cubicBezTo>
                  <a:cubicBezTo>
                    <a:pt x="68" y="67"/>
                    <a:pt x="68" y="67"/>
                    <a:pt x="68" y="67"/>
                  </a:cubicBezTo>
                  <a:cubicBezTo>
                    <a:pt x="31" y="67"/>
                    <a:pt x="31" y="67"/>
                    <a:pt x="31" y="67"/>
                  </a:cubicBezTo>
                  <a:cubicBezTo>
                    <a:pt x="12" y="67"/>
                    <a:pt x="-3" y="86"/>
                    <a:pt x="1" y="105"/>
                  </a:cubicBezTo>
                  <a:cubicBezTo>
                    <a:pt x="5" y="120"/>
                    <a:pt x="16" y="127"/>
                    <a:pt x="31" y="127"/>
                  </a:cubicBezTo>
                  <a:close/>
                </a:path>
              </a:pathLst>
            </a:custGeom>
            <a:solidFill>
              <a:schemeClr val="lt1"/>
            </a:solidFill>
            <a:ln>
              <a:noFill/>
            </a:ln>
          </p:spPr>
          <p:txBody>
            <a:bodyPr anchorCtr="1" anchor="ctr" bIns="13775" lIns="49200" spcFirstLastPara="1" rIns="49200" wrap="square" tIns="13775">
              <a:noAutofit/>
            </a:bodyPr>
            <a:lstStyle/>
            <a:p>
              <a:pPr indent="0" lvl="0" marL="0" marR="0" rtl="0" algn="l">
                <a:lnSpc>
                  <a:spcPct val="100000"/>
                </a:lnSpc>
                <a:spcBef>
                  <a:spcPts val="0"/>
                </a:spcBef>
                <a:spcAft>
                  <a:spcPts val="0"/>
                </a:spcAft>
                <a:buClr>
                  <a:srgbClr val="000000"/>
                </a:buClr>
                <a:buSzPts val="984"/>
                <a:buFont typeface="Arial"/>
                <a:buNone/>
              </a:pPr>
              <a:r>
                <a:t/>
              </a:r>
              <a:endParaRPr b="1" i="0" sz="984" u="none" cap="none" strike="noStrike">
                <a:solidFill>
                  <a:srgbClr val="FFFFFF"/>
                </a:solidFill>
                <a:latin typeface="Arial"/>
                <a:ea typeface="Arial"/>
                <a:cs typeface="Arial"/>
                <a:sym typeface="Arial"/>
              </a:endParaRPr>
            </a:p>
          </p:txBody>
        </p:sp>
        <p:sp>
          <p:nvSpPr>
            <p:cNvPr id="493" name="Google Shape;493;p43"/>
            <p:cNvSpPr/>
            <p:nvPr/>
          </p:nvSpPr>
          <p:spPr>
            <a:xfrm>
              <a:off x="6047888" y="1747789"/>
              <a:ext cx="41979" cy="14150"/>
            </a:xfrm>
            <a:custGeom>
              <a:rect b="b" l="l" r="r" t="t"/>
              <a:pathLst>
                <a:path extrusionOk="0" h="60" w="178">
                  <a:moveTo>
                    <a:pt x="148" y="0"/>
                  </a:moveTo>
                  <a:lnTo>
                    <a:pt x="148" y="0"/>
                  </a:lnTo>
                  <a:cubicBezTo>
                    <a:pt x="32" y="0"/>
                    <a:pt x="32" y="0"/>
                    <a:pt x="32" y="0"/>
                  </a:cubicBezTo>
                  <a:cubicBezTo>
                    <a:pt x="17" y="0"/>
                    <a:pt x="2" y="12"/>
                    <a:pt x="2" y="23"/>
                  </a:cubicBezTo>
                  <a:cubicBezTo>
                    <a:pt x="-6" y="45"/>
                    <a:pt x="9" y="60"/>
                    <a:pt x="32" y="60"/>
                  </a:cubicBezTo>
                  <a:cubicBezTo>
                    <a:pt x="144" y="60"/>
                    <a:pt x="144" y="60"/>
                    <a:pt x="144" y="60"/>
                  </a:cubicBezTo>
                  <a:cubicBezTo>
                    <a:pt x="159" y="60"/>
                    <a:pt x="174" y="53"/>
                    <a:pt x="177" y="38"/>
                  </a:cubicBezTo>
                  <a:cubicBezTo>
                    <a:pt x="181" y="19"/>
                    <a:pt x="166" y="0"/>
                    <a:pt x="148" y="0"/>
                  </a:cubicBezTo>
                  <a:close/>
                </a:path>
              </a:pathLst>
            </a:custGeom>
            <a:solidFill>
              <a:schemeClr val="lt1"/>
            </a:solidFill>
            <a:ln>
              <a:noFill/>
            </a:ln>
          </p:spPr>
          <p:txBody>
            <a:bodyPr anchorCtr="1" anchor="ctr" bIns="0" lIns="49200" spcFirstLastPara="1" rIns="49200" wrap="square" tIns="0">
              <a:noAutofit/>
            </a:bodyPr>
            <a:lstStyle/>
            <a:p>
              <a:pPr indent="0" lvl="0" marL="0" marR="0" rtl="0" algn="l">
                <a:lnSpc>
                  <a:spcPct val="100000"/>
                </a:lnSpc>
                <a:spcBef>
                  <a:spcPts val="0"/>
                </a:spcBef>
                <a:spcAft>
                  <a:spcPts val="0"/>
                </a:spcAft>
                <a:buClr>
                  <a:srgbClr val="000000"/>
                </a:buClr>
                <a:buSzPts val="984"/>
                <a:buFont typeface="Arial"/>
                <a:buNone/>
              </a:pPr>
              <a:r>
                <a:t/>
              </a:r>
              <a:endParaRPr b="1" i="0" sz="984" u="none" cap="none" strike="noStrike">
                <a:solidFill>
                  <a:srgbClr val="FFFFFF"/>
                </a:solidFill>
                <a:latin typeface="Arial"/>
                <a:ea typeface="Arial"/>
                <a:cs typeface="Arial"/>
                <a:sym typeface="Arial"/>
              </a:endParaRPr>
            </a:p>
          </p:txBody>
        </p:sp>
      </p:grpSp>
      <p:grpSp>
        <p:nvGrpSpPr>
          <p:cNvPr id="494" name="Google Shape;494;p43"/>
          <p:cNvGrpSpPr/>
          <p:nvPr/>
        </p:nvGrpSpPr>
        <p:grpSpPr>
          <a:xfrm>
            <a:off x="150890" y="1185970"/>
            <a:ext cx="268559" cy="268556"/>
            <a:chOff x="1061577" y="1469267"/>
            <a:chExt cx="491957" cy="491952"/>
          </a:xfrm>
        </p:grpSpPr>
        <p:sp>
          <p:nvSpPr>
            <p:cNvPr id="495" name="Google Shape;495;p43"/>
            <p:cNvSpPr/>
            <p:nvPr/>
          </p:nvSpPr>
          <p:spPr>
            <a:xfrm>
              <a:off x="1100254" y="1694018"/>
              <a:ext cx="45281" cy="14150"/>
            </a:xfrm>
            <a:custGeom>
              <a:rect b="b" l="l" r="r" t="t"/>
              <a:pathLst>
                <a:path extrusionOk="0" h="60" w="192">
                  <a:moveTo>
                    <a:pt x="30" y="60"/>
                  </a:moveTo>
                  <a:lnTo>
                    <a:pt x="30" y="60"/>
                  </a:lnTo>
                  <a:cubicBezTo>
                    <a:pt x="161" y="60"/>
                    <a:pt x="161" y="60"/>
                    <a:pt x="161" y="60"/>
                  </a:cubicBezTo>
                  <a:cubicBezTo>
                    <a:pt x="176" y="60"/>
                    <a:pt x="191" y="49"/>
                    <a:pt x="191" y="34"/>
                  </a:cubicBezTo>
                  <a:cubicBezTo>
                    <a:pt x="195" y="15"/>
                    <a:pt x="180" y="0"/>
                    <a:pt x="161" y="0"/>
                  </a:cubicBezTo>
                  <a:cubicBezTo>
                    <a:pt x="34" y="0"/>
                    <a:pt x="34" y="0"/>
                    <a:pt x="34" y="0"/>
                  </a:cubicBezTo>
                  <a:cubicBezTo>
                    <a:pt x="15" y="0"/>
                    <a:pt x="4" y="12"/>
                    <a:pt x="0" y="27"/>
                  </a:cubicBezTo>
                  <a:cubicBezTo>
                    <a:pt x="0" y="45"/>
                    <a:pt x="11" y="60"/>
                    <a:pt x="30" y="60"/>
                  </a:cubicBezTo>
                  <a:close/>
                </a:path>
              </a:pathLst>
            </a:custGeom>
            <a:solidFill>
              <a:schemeClr val="lt1"/>
            </a:solidFill>
            <a:ln>
              <a:noFill/>
            </a:ln>
          </p:spPr>
          <p:txBody>
            <a:bodyPr anchorCtr="1" anchor="ctr" bIns="0" lIns="49125" spcFirstLastPara="1" rIns="49125" wrap="square" tIns="0">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sp>
          <p:nvSpPr>
            <p:cNvPr id="496" name="Google Shape;496;p43"/>
            <p:cNvSpPr/>
            <p:nvPr/>
          </p:nvSpPr>
          <p:spPr>
            <a:xfrm>
              <a:off x="1291518" y="1678925"/>
              <a:ext cx="45045" cy="45044"/>
            </a:xfrm>
            <a:custGeom>
              <a:rect b="b" l="l" r="r" t="t"/>
              <a:pathLst>
                <a:path extrusionOk="0" h="191" w="191">
                  <a:moveTo>
                    <a:pt x="124" y="158"/>
                  </a:moveTo>
                  <a:lnTo>
                    <a:pt x="124" y="158"/>
                  </a:lnTo>
                  <a:cubicBezTo>
                    <a:pt x="124" y="124"/>
                    <a:pt x="124" y="124"/>
                    <a:pt x="124" y="124"/>
                  </a:cubicBezTo>
                  <a:cubicBezTo>
                    <a:pt x="158" y="124"/>
                    <a:pt x="158" y="124"/>
                    <a:pt x="158" y="124"/>
                  </a:cubicBezTo>
                  <a:cubicBezTo>
                    <a:pt x="177" y="124"/>
                    <a:pt x="188" y="113"/>
                    <a:pt x="191" y="98"/>
                  </a:cubicBezTo>
                  <a:cubicBezTo>
                    <a:pt x="191" y="79"/>
                    <a:pt x="180" y="64"/>
                    <a:pt x="161" y="64"/>
                  </a:cubicBezTo>
                  <a:cubicBezTo>
                    <a:pt x="124" y="64"/>
                    <a:pt x="124" y="64"/>
                    <a:pt x="124" y="64"/>
                  </a:cubicBezTo>
                  <a:cubicBezTo>
                    <a:pt x="124" y="31"/>
                    <a:pt x="124" y="31"/>
                    <a:pt x="124" y="31"/>
                  </a:cubicBezTo>
                  <a:cubicBezTo>
                    <a:pt x="124" y="16"/>
                    <a:pt x="113" y="1"/>
                    <a:pt x="98" y="1"/>
                  </a:cubicBezTo>
                  <a:cubicBezTo>
                    <a:pt x="79" y="-3"/>
                    <a:pt x="64" y="12"/>
                    <a:pt x="64" y="31"/>
                  </a:cubicBezTo>
                  <a:cubicBezTo>
                    <a:pt x="64" y="64"/>
                    <a:pt x="64" y="64"/>
                    <a:pt x="64" y="64"/>
                  </a:cubicBezTo>
                  <a:cubicBezTo>
                    <a:pt x="30" y="64"/>
                    <a:pt x="30" y="64"/>
                    <a:pt x="30" y="64"/>
                  </a:cubicBezTo>
                  <a:cubicBezTo>
                    <a:pt x="16" y="64"/>
                    <a:pt x="1" y="76"/>
                    <a:pt x="1" y="91"/>
                  </a:cubicBezTo>
                  <a:cubicBezTo>
                    <a:pt x="-3" y="109"/>
                    <a:pt x="12" y="124"/>
                    <a:pt x="30" y="124"/>
                  </a:cubicBezTo>
                  <a:cubicBezTo>
                    <a:pt x="64" y="124"/>
                    <a:pt x="64" y="124"/>
                    <a:pt x="64" y="124"/>
                  </a:cubicBezTo>
                  <a:cubicBezTo>
                    <a:pt x="64" y="162"/>
                    <a:pt x="64" y="162"/>
                    <a:pt x="64" y="162"/>
                  </a:cubicBezTo>
                  <a:cubicBezTo>
                    <a:pt x="64" y="177"/>
                    <a:pt x="79" y="191"/>
                    <a:pt x="98" y="191"/>
                  </a:cubicBezTo>
                  <a:cubicBezTo>
                    <a:pt x="113" y="188"/>
                    <a:pt x="124" y="177"/>
                    <a:pt x="124" y="158"/>
                  </a:cubicBezTo>
                  <a:close/>
                </a:path>
              </a:pathLst>
            </a:custGeom>
            <a:solidFill>
              <a:schemeClr val="lt1"/>
            </a:solidFill>
            <a:ln>
              <a:noFill/>
            </a:ln>
          </p:spPr>
          <p:txBody>
            <a:bodyPr anchorCtr="1" anchor="ctr" bIns="12975" lIns="49125" spcFirstLastPara="1" rIns="49125" wrap="square" tIns="12975">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sp>
          <p:nvSpPr>
            <p:cNvPr id="497" name="Google Shape;497;p43"/>
            <p:cNvSpPr/>
            <p:nvPr/>
          </p:nvSpPr>
          <p:spPr>
            <a:xfrm>
              <a:off x="1153317" y="1688830"/>
              <a:ext cx="130418" cy="138435"/>
            </a:xfrm>
            <a:custGeom>
              <a:rect b="b" l="l" r="r" t="t"/>
              <a:pathLst>
                <a:path extrusionOk="0" h="587" w="553">
                  <a:moveTo>
                    <a:pt x="276" y="0"/>
                  </a:moveTo>
                  <a:lnTo>
                    <a:pt x="276" y="0"/>
                  </a:lnTo>
                  <a:cubicBezTo>
                    <a:pt x="239" y="0"/>
                    <a:pt x="209" y="19"/>
                    <a:pt x="190" y="49"/>
                  </a:cubicBezTo>
                  <a:cubicBezTo>
                    <a:pt x="78" y="86"/>
                    <a:pt x="0" y="194"/>
                    <a:pt x="0" y="314"/>
                  </a:cubicBezTo>
                  <a:cubicBezTo>
                    <a:pt x="0" y="464"/>
                    <a:pt x="123" y="587"/>
                    <a:pt x="276" y="587"/>
                  </a:cubicBezTo>
                  <a:cubicBezTo>
                    <a:pt x="429" y="587"/>
                    <a:pt x="553" y="464"/>
                    <a:pt x="553" y="314"/>
                  </a:cubicBezTo>
                  <a:cubicBezTo>
                    <a:pt x="553" y="194"/>
                    <a:pt x="474" y="86"/>
                    <a:pt x="362" y="49"/>
                  </a:cubicBezTo>
                  <a:cubicBezTo>
                    <a:pt x="347" y="19"/>
                    <a:pt x="314" y="0"/>
                    <a:pt x="276" y="0"/>
                  </a:cubicBezTo>
                  <a:moveTo>
                    <a:pt x="276" y="60"/>
                  </a:moveTo>
                  <a:lnTo>
                    <a:pt x="276" y="60"/>
                  </a:lnTo>
                  <a:cubicBezTo>
                    <a:pt x="295" y="60"/>
                    <a:pt x="314" y="78"/>
                    <a:pt x="314" y="97"/>
                  </a:cubicBezTo>
                  <a:cubicBezTo>
                    <a:pt x="314" y="310"/>
                    <a:pt x="314" y="310"/>
                    <a:pt x="314" y="310"/>
                  </a:cubicBezTo>
                  <a:cubicBezTo>
                    <a:pt x="314" y="329"/>
                    <a:pt x="299" y="348"/>
                    <a:pt x="276" y="348"/>
                  </a:cubicBezTo>
                  <a:cubicBezTo>
                    <a:pt x="257" y="352"/>
                    <a:pt x="239" y="333"/>
                    <a:pt x="239" y="310"/>
                  </a:cubicBezTo>
                  <a:cubicBezTo>
                    <a:pt x="239" y="97"/>
                    <a:pt x="239" y="97"/>
                    <a:pt x="239" y="97"/>
                  </a:cubicBezTo>
                  <a:cubicBezTo>
                    <a:pt x="239" y="78"/>
                    <a:pt x="254" y="60"/>
                    <a:pt x="276" y="60"/>
                  </a:cubicBezTo>
                  <a:moveTo>
                    <a:pt x="489" y="314"/>
                  </a:moveTo>
                  <a:lnTo>
                    <a:pt x="489" y="314"/>
                  </a:lnTo>
                  <a:cubicBezTo>
                    <a:pt x="489" y="434"/>
                    <a:pt x="388" y="531"/>
                    <a:pt x="265" y="527"/>
                  </a:cubicBezTo>
                  <a:cubicBezTo>
                    <a:pt x="160" y="520"/>
                    <a:pt x="74" y="441"/>
                    <a:pt x="63" y="336"/>
                  </a:cubicBezTo>
                  <a:cubicBezTo>
                    <a:pt x="52" y="247"/>
                    <a:pt x="101" y="161"/>
                    <a:pt x="179" y="123"/>
                  </a:cubicBezTo>
                  <a:cubicBezTo>
                    <a:pt x="179" y="310"/>
                    <a:pt x="179" y="310"/>
                    <a:pt x="179" y="310"/>
                  </a:cubicBezTo>
                  <a:cubicBezTo>
                    <a:pt x="179" y="366"/>
                    <a:pt x="224" y="415"/>
                    <a:pt x="284" y="411"/>
                  </a:cubicBezTo>
                  <a:cubicBezTo>
                    <a:pt x="332" y="408"/>
                    <a:pt x="373" y="363"/>
                    <a:pt x="373" y="314"/>
                  </a:cubicBezTo>
                  <a:cubicBezTo>
                    <a:pt x="373" y="123"/>
                    <a:pt x="373" y="123"/>
                    <a:pt x="373" y="123"/>
                  </a:cubicBezTo>
                  <a:cubicBezTo>
                    <a:pt x="444" y="157"/>
                    <a:pt x="489" y="232"/>
                    <a:pt x="489" y="314"/>
                  </a:cubicBezTo>
                  <a:close/>
                </a:path>
              </a:pathLst>
            </a:custGeom>
            <a:solidFill>
              <a:schemeClr val="lt1"/>
            </a:solidFill>
            <a:ln>
              <a:noFill/>
            </a:ln>
          </p:spPr>
          <p:txBody>
            <a:bodyPr anchorCtr="1" anchor="ctr" bIns="24575" lIns="49125" spcFirstLastPara="1" rIns="49125" wrap="square" tIns="24575">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sp>
          <p:nvSpPr>
            <p:cNvPr id="498" name="Google Shape;498;p43"/>
            <p:cNvSpPr/>
            <p:nvPr/>
          </p:nvSpPr>
          <p:spPr>
            <a:xfrm>
              <a:off x="1100254" y="1513368"/>
              <a:ext cx="236309" cy="149048"/>
            </a:xfrm>
            <a:custGeom>
              <a:rect b="b" l="l" r="r" t="t"/>
              <a:pathLst>
                <a:path extrusionOk="0" h="632" w="1002">
                  <a:moveTo>
                    <a:pt x="430" y="0"/>
                  </a:moveTo>
                  <a:lnTo>
                    <a:pt x="430" y="0"/>
                  </a:lnTo>
                  <a:cubicBezTo>
                    <a:pt x="52" y="0"/>
                    <a:pt x="52" y="0"/>
                    <a:pt x="52" y="0"/>
                  </a:cubicBezTo>
                  <a:cubicBezTo>
                    <a:pt x="23" y="0"/>
                    <a:pt x="0" y="26"/>
                    <a:pt x="0" y="52"/>
                  </a:cubicBezTo>
                  <a:cubicBezTo>
                    <a:pt x="0" y="579"/>
                    <a:pt x="0" y="579"/>
                    <a:pt x="0" y="579"/>
                  </a:cubicBezTo>
                  <a:cubicBezTo>
                    <a:pt x="0" y="610"/>
                    <a:pt x="23" y="632"/>
                    <a:pt x="52" y="632"/>
                  </a:cubicBezTo>
                  <a:cubicBezTo>
                    <a:pt x="367" y="632"/>
                    <a:pt x="367" y="632"/>
                    <a:pt x="367" y="632"/>
                  </a:cubicBezTo>
                  <a:lnTo>
                    <a:pt x="367" y="632"/>
                  </a:lnTo>
                  <a:cubicBezTo>
                    <a:pt x="370" y="632"/>
                    <a:pt x="370" y="632"/>
                    <a:pt x="370" y="632"/>
                  </a:cubicBezTo>
                  <a:cubicBezTo>
                    <a:pt x="385" y="632"/>
                    <a:pt x="397" y="617"/>
                    <a:pt x="397" y="602"/>
                  </a:cubicBezTo>
                  <a:cubicBezTo>
                    <a:pt x="397" y="576"/>
                    <a:pt x="408" y="550"/>
                    <a:pt x="426" y="531"/>
                  </a:cubicBezTo>
                  <a:cubicBezTo>
                    <a:pt x="434" y="523"/>
                    <a:pt x="442" y="520"/>
                    <a:pt x="449" y="512"/>
                  </a:cubicBezTo>
                  <a:lnTo>
                    <a:pt x="449" y="512"/>
                  </a:lnTo>
                  <a:lnTo>
                    <a:pt x="453" y="512"/>
                  </a:lnTo>
                  <a:cubicBezTo>
                    <a:pt x="475" y="497"/>
                    <a:pt x="509" y="497"/>
                    <a:pt x="539" y="505"/>
                  </a:cubicBezTo>
                  <a:cubicBezTo>
                    <a:pt x="539" y="508"/>
                    <a:pt x="539" y="508"/>
                    <a:pt x="539" y="508"/>
                  </a:cubicBezTo>
                  <a:cubicBezTo>
                    <a:pt x="587" y="527"/>
                    <a:pt x="610" y="576"/>
                    <a:pt x="602" y="621"/>
                  </a:cubicBezTo>
                  <a:cubicBezTo>
                    <a:pt x="602" y="628"/>
                    <a:pt x="606" y="632"/>
                    <a:pt x="610" y="632"/>
                  </a:cubicBezTo>
                  <a:cubicBezTo>
                    <a:pt x="632" y="632"/>
                    <a:pt x="632" y="632"/>
                    <a:pt x="632" y="632"/>
                  </a:cubicBezTo>
                  <a:lnTo>
                    <a:pt x="632" y="632"/>
                  </a:lnTo>
                  <a:cubicBezTo>
                    <a:pt x="988" y="632"/>
                    <a:pt x="988" y="632"/>
                    <a:pt x="988" y="632"/>
                  </a:cubicBezTo>
                  <a:cubicBezTo>
                    <a:pt x="995" y="632"/>
                    <a:pt x="1002" y="624"/>
                    <a:pt x="1002" y="617"/>
                  </a:cubicBezTo>
                  <a:cubicBezTo>
                    <a:pt x="1002" y="33"/>
                    <a:pt x="1002" y="33"/>
                    <a:pt x="1002" y="33"/>
                  </a:cubicBezTo>
                  <a:cubicBezTo>
                    <a:pt x="1002" y="15"/>
                    <a:pt x="988" y="0"/>
                    <a:pt x="969" y="0"/>
                  </a:cubicBezTo>
                  <a:cubicBezTo>
                    <a:pt x="561" y="0"/>
                    <a:pt x="561" y="0"/>
                    <a:pt x="561" y="0"/>
                  </a:cubicBezTo>
                  <a:cubicBezTo>
                    <a:pt x="554" y="0"/>
                    <a:pt x="550" y="4"/>
                    <a:pt x="546" y="7"/>
                  </a:cubicBezTo>
                  <a:cubicBezTo>
                    <a:pt x="524" y="33"/>
                    <a:pt x="542" y="64"/>
                    <a:pt x="565" y="64"/>
                  </a:cubicBezTo>
                  <a:cubicBezTo>
                    <a:pt x="939" y="64"/>
                    <a:pt x="939" y="64"/>
                    <a:pt x="939" y="64"/>
                  </a:cubicBezTo>
                  <a:cubicBezTo>
                    <a:pt x="939" y="572"/>
                    <a:pt x="939" y="572"/>
                    <a:pt x="939" y="572"/>
                  </a:cubicBezTo>
                  <a:cubicBezTo>
                    <a:pt x="662" y="572"/>
                    <a:pt x="662" y="572"/>
                    <a:pt x="662" y="572"/>
                  </a:cubicBezTo>
                  <a:cubicBezTo>
                    <a:pt x="654" y="538"/>
                    <a:pt x="640" y="508"/>
                    <a:pt x="617" y="486"/>
                  </a:cubicBezTo>
                  <a:cubicBezTo>
                    <a:pt x="587" y="456"/>
                    <a:pt x="546" y="437"/>
                    <a:pt x="501" y="437"/>
                  </a:cubicBezTo>
                  <a:cubicBezTo>
                    <a:pt x="482" y="437"/>
                    <a:pt x="464" y="441"/>
                    <a:pt x="449" y="449"/>
                  </a:cubicBezTo>
                  <a:cubicBezTo>
                    <a:pt x="382" y="329"/>
                    <a:pt x="382" y="329"/>
                    <a:pt x="382" y="329"/>
                  </a:cubicBezTo>
                  <a:cubicBezTo>
                    <a:pt x="374" y="318"/>
                    <a:pt x="359" y="310"/>
                    <a:pt x="344" y="314"/>
                  </a:cubicBezTo>
                  <a:cubicBezTo>
                    <a:pt x="326" y="321"/>
                    <a:pt x="318" y="344"/>
                    <a:pt x="326" y="359"/>
                  </a:cubicBezTo>
                  <a:cubicBezTo>
                    <a:pt x="397" y="479"/>
                    <a:pt x="397" y="479"/>
                    <a:pt x="397" y="479"/>
                  </a:cubicBezTo>
                  <a:cubicBezTo>
                    <a:pt x="393" y="482"/>
                    <a:pt x="389" y="482"/>
                    <a:pt x="385" y="486"/>
                  </a:cubicBezTo>
                  <a:cubicBezTo>
                    <a:pt x="363" y="508"/>
                    <a:pt x="348" y="538"/>
                    <a:pt x="340" y="572"/>
                  </a:cubicBezTo>
                  <a:cubicBezTo>
                    <a:pt x="60" y="572"/>
                    <a:pt x="60" y="572"/>
                    <a:pt x="60" y="572"/>
                  </a:cubicBezTo>
                  <a:cubicBezTo>
                    <a:pt x="60" y="64"/>
                    <a:pt x="60" y="64"/>
                    <a:pt x="60" y="64"/>
                  </a:cubicBezTo>
                  <a:cubicBezTo>
                    <a:pt x="430" y="64"/>
                    <a:pt x="430" y="64"/>
                    <a:pt x="430" y="64"/>
                  </a:cubicBezTo>
                  <a:cubicBezTo>
                    <a:pt x="445" y="64"/>
                    <a:pt x="460" y="52"/>
                    <a:pt x="460" y="33"/>
                  </a:cubicBezTo>
                  <a:cubicBezTo>
                    <a:pt x="464" y="15"/>
                    <a:pt x="449" y="0"/>
                    <a:pt x="430" y="0"/>
                  </a:cubicBezTo>
                  <a:close/>
                </a:path>
              </a:pathLst>
            </a:custGeom>
            <a:solidFill>
              <a:schemeClr val="lt1"/>
            </a:solidFill>
            <a:ln>
              <a:noFill/>
            </a:ln>
          </p:spPr>
          <p:txBody>
            <a:bodyPr anchorCtr="1" anchor="ctr" bIns="24575" lIns="49125" spcFirstLastPara="1" rIns="49125" wrap="square" tIns="24575">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sp>
          <p:nvSpPr>
            <p:cNvPr id="499" name="Google Shape;499;p43"/>
            <p:cNvSpPr/>
            <p:nvPr/>
          </p:nvSpPr>
          <p:spPr>
            <a:xfrm>
              <a:off x="1139167" y="1547328"/>
              <a:ext cx="158719" cy="37734"/>
            </a:xfrm>
            <a:custGeom>
              <a:rect b="b" l="l" r="r" t="t"/>
              <a:pathLst>
                <a:path extrusionOk="0" h="160" w="673">
                  <a:moveTo>
                    <a:pt x="7" y="147"/>
                  </a:moveTo>
                  <a:lnTo>
                    <a:pt x="7" y="147"/>
                  </a:lnTo>
                  <a:cubicBezTo>
                    <a:pt x="18" y="163"/>
                    <a:pt x="37" y="163"/>
                    <a:pt x="48" y="155"/>
                  </a:cubicBezTo>
                  <a:cubicBezTo>
                    <a:pt x="209" y="32"/>
                    <a:pt x="467" y="32"/>
                    <a:pt x="624" y="155"/>
                  </a:cubicBezTo>
                  <a:cubicBezTo>
                    <a:pt x="628" y="159"/>
                    <a:pt x="636" y="159"/>
                    <a:pt x="643" y="159"/>
                  </a:cubicBezTo>
                  <a:cubicBezTo>
                    <a:pt x="650" y="159"/>
                    <a:pt x="662" y="155"/>
                    <a:pt x="665" y="147"/>
                  </a:cubicBezTo>
                  <a:cubicBezTo>
                    <a:pt x="676" y="136"/>
                    <a:pt x="676" y="114"/>
                    <a:pt x="662" y="107"/>
                  </a:cubicBezTo>
                  <a:cubicBezTo>
                    <a:pt x="482" y="-36"/>
                    <a:pt x="190" y="-36"/>
                    <a:pt x="11" y="107"/>
                  </a:cubicBezTo>
                  <a:cubicBezTo>
                    <a:pt x="0" y="114"/>
                    <a:pt x="-4" y="136"/>
                    <a:pt x="7" y="147"/>
                  </a:cubicBezTo>
                  <a:close/>
                </a:path>
              </a:pathLst>
            </a:custGeom>
            <a:solidFill>
              <a:schemeClr val="lt1"/>
            </a:solidFill>
            <a:ln>
              <a:noFill/>
            </a:ln>
          </p:spPr>
          <p:txBody>
            <a:bodyPr anchorCtr="1" anchor="ctr" bIns="6875" lIns="49125" spcFirstLastPara="1" rIns="49125" wrap="square" tIns="6875">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sp>
          <p:nvSpPr>
            <p:cNvPr id="500" name="Google Shape;500;p43"/>
            <p:cNvSpPr/>
            <p:nvPr/>
          </p:nvSpPr>
          <p:spPr>
            <a:xfrm>
              <a:off x="1061577" y="1469267"/>
              <a:ext cx="491957" cy="491952"/>
            </a:xfrm>
            <a:custGeom>
              <a:rect b="b" l="l" r="r" t="t"/>
              <a:pathLst>
                <a:path extrusionOk="0" h="2086" w="2086">
                  <a:moveTo>
                    <a:pt x="2060" y="385"/>
                  </a:moveTo>
                  <a:lnTo>
                    <a:pt x="2060" y="385"/>
                  </a:lnTo>
                  <a:cubicBezTo>
                    <a:pt x="2060" y="284"/>
                    <a:pt x="2060" y="284"/>
                    <a:pt x="2060" y="284"/>
                  </a:cubicBezTo>
                  <a:cubicBezTo>
                    <a:pt x="2060" y="258"/>
                    <a:pt x="2041" y="235"/>
                    <a:pt x="2015" y="235"/>
                  </a:cubicBezTo>
                  <a:cubicBezTo>
                    <a:pt x="1978" y="235"/>
                    <a:pt x="1978" y="235"/>
                    <a:pt x="1978" y="235"/>
                  </a:cubicBezTo>
                  <a:cubicBezTo>
                    <a:pt x="1978" y="48"/>
                    <a:pt x="1978" y="48"/>
                    <a:pt x="1978" y="48"/>
                  </a:cubicBezTo>
                  <a:cubicBezTo>
                    <a:pt x="1978" y="34"/>
                    <a:pt x="1966" y="19"/>
                    <a:pt x="1948" y="19"/>
                  </a:cubicBezTo>
                  <a:cubicBezTo>
                    <a:pt x="1929" y="15"/>
                    <a:pt x="1914" y="30"/>
                    <a:pt x="1914" y="48"/>
                  </a:cubicBezTo>
                  <a:cubicBezTo>
                    <a:pt x="1914" y="235"/>
                    <a:pt x="1914" y="235"/>
                    <a:pt x="1914" y="235"/>
                  </a:cubicBezTo>
                  <a:cubicBezTo>
                    <a:pt x="1877" y="235"/>
                    <a:pt x="1877" y="235"/>
                    <a:pt x="1877" y="235"/>
                  </a:cubicBezTo>
                  <a:cubicBezTo>
                    <a:pt x="1850" y="235"/>
                    <a:pt x="1828" y="258"/>
                    <a:pt x="1828" y="284"/>
                  </a:cubicBezTo>
                  <a:cubicBezTo>
                    <a:pt x="1828" y="385"/>
                    <a:pt x="1828" y="385"/>
                    <a:pt x="1828" y="385"/>
                  </a:cubicBezTo>
                  <a:cubicBezTo>
                    <a:pt x="1813" y="393"/>
                    <a:pt x="1806" y="407"/>
                    <a:pt x="1806" y="426"/>
                  </a:cubicBezTo>
                  <a:cubicBezTo>
                    <a:pt x="1806" y="688"/>
                    <a:pt x="1806" y="688"/>
                    <a:pt x="1806" y="688"/>
                  </a:cubicBezTo>
                  <a:cubicBezTo>
                    <a:pt x="1806" y="755"/>
                    <a:pt x="1850" y="811"/>
                    <a:pt x="1914" y="826"/>
                  </a:cubicBezTo>
                  <a:cubicBezTo>
                    <a:pt x="1914" y="1795"/>
                    <a:pt x="1914" y="1795"/>
                    <a:pt x="1914" y="1795"/>
                  </a:cubicBezTo>
                  <a:cubicBezTo>
                    <a:pt x="1914" y="1922"/>
                    <a:pt x="1813" y="2023"/>
                    <a:pt x="1682" y="2023"/>
                  </a:cubicBezTo>
                  <a:cubicBezTo>
                    <a:pt x="1536" y="2023"/>
                    <a:pt x="1536" y="2023"/>
                    <a:pt x="1536" y="2023"/>
                  </a:cubicBezTo>
                  <a:cubicBezTo>
                    <a:pt x="1607" y="1970"/>
                    <a:pt x="1649" y="1888"/>
                    <a:pt x="1649" y="1795"/>
                  </a:cubicBezTo>
                  <a:cubicBezTo>
                    <a:pt x="1649" y="1436"/>
                    <a:pt x="1649" y="1436"/>
                    <a:pt x="1649" y="1436"/>
                  </a:cubicBezTo>
                  <a:cubicBezTo>
                    <a:pt x="1712" y="1421"/>
                    <a:pt x="1761" y="1365"/>
                    <a:pt x="1761" y="1297"/>
                  </a:cubicBezTo>
                  <a:cubicBezTo>
                    <a:pt x="1761" y="1040"/>
                    <a:pt x="1761" y="1040"/>
                    <a:pt x="1761" y="1040"/>
                  </a:cubicBezTo>
                  <a:cubicBezTo>
                    <a:pt x="1761" y="1021"/>
                    <a:pt x="1750" y="1006"/>
                    <a:pt x="1735" y="995"/>
                  </a:cubicBezTo>
                  <a:cubicBezTo>
                    <a:pt x="1735" y="897"/>
                    <a:pt x="1735" y="897"/>
                    <a:pt x="1735" y="897"/>
                  </a:cubicBezTo>
                  <a:cubicBezTo>
                    <a:pt x="1735" y="867"/>
                    <a:pt x="1716" y="849"/>
                    <a:pt x="1686" y="849"/>
                  </a:cubicBezTo>
                  <a:cubicBezTo>
                    <a:pt x="1649" y="849"/>
                    <a:pt x="1649" y="849"/>
                    <a:pt x="1649" y="849"/>
                  </a:cubicBezTo>
                  <a:cubicBezTo>
                    <a:pt x="1649" y="658"/>
                    <a:pt x="1649" y="658"/>
                    <a:pt x="1649" y="658"/>
                  </a:cubicBezTo>
                  <a:cubicBezTo>
                    <a:pt x="1649" y="643"/>
                    <a:pt x="1638" y="632"/>
                    <a:pt x="1623" y="628"/>
                  </a:cubicBezTo>
                  <a:cubicBezTo>
                    <a:pt x="1604" y="624"/>
                    <a:pt x="1589" y="639"/>
                    <a:pt x="1589" y="658"/>
                  </a:cubicBezTo>
                  <a:cubicBezTo>
                    <a:pt x="1589" y="849"/>
                    <a:pt x="1589" y="849"/>
                    <a:pt x="1589" y="849"/>
                  </a:cubicBezTo>
                  <a:cubicBezTo>
                    <a:pt x="1551" y="849"/>
                    <a:pt x="1551" y="849"/>
                    <a:pt x="1551" y="849"/>
                  </a:cubicBezTo>
                  <a:cubicBezTo>
                    <a:pt x="1525" y="849"/>
                    <a:pt x="1503" y="867"/>
                    <a:pt x="1503" y="897"/>
                  </a:cubicBezTo>
                  <a:cubicBezTo>
                    <a:pt x="1503" y="995"/>
                    <a:pt x="1503" y="995"/>
                    <a:pt x="1503" y="995"/>
                  </a:cubicBezTo>
                  <a:cubicBezTo>
                    <a:pt x="1488" y="1006"/>
                    <a:pt x="1480" y="1021"/>
                    <a:pt x="1480" y="1040"/>
                  </a:cubicBezTo>
                  <a:cubicBezTo>
                    <a:pt x="1480" y="1297"/>
                    <a:pt x="1480" y="1297"/>
                    <a:pt x="1480" y="1297"/>
                  </a:cubicBezTo>
                  <a:cubicBezTo>
                    <a:pt x="1480" y="1365"/>
                    <a:pt x="1525" y="1421"/>
                    <a:pt x="1589" y="1432"/>
                  </a:cubicBezTo>
                  <a:cubicBezTo>
                    <a:pt x="1589" y="1795"/>
                    <a:pt x="1589" y="1795"/>
                    <a:pt x="1589" y="1795"/>
                  </a:cubicBezTo>
                  <a:cubicBezTo>
                    <a:pt x="1589" y="1922"/>
                    <a:pt x="1484" y="2023"/>
                    <a:pt x="1357" y="2023"/>
                  </a:cubicBezTo>
                  <a:cubicBezTo>
                    <a:pt x="927" y="2023"/>
                    <a:pt x="927" y="2023"/>
                    <a:pt x="927" y="2023"/>
                  </a:cubicBezTo>
                  <a:cubicBezTo>
                    <a:pt x="804" y="2023"/>
                    <a:pt x="699" y="1922"/>
                    <a:pt x="699" y="1795"/>
                  </a:cubicBezTo>
                  <a:cubicBezTo>
                    <a:pt x="1234" y="1795"/>
                    <a:pt x="1234" y="1795"/>
                    <a:pt x="1234" y="1795"/>
                  </a:cubicBezTo>
                  <a:cubicBezTo>
                    <a:pt x="1286" y="1795"/>
                    <a:pt x="1331" y="1750"/>
                    <a:pt x="1331" y="1698"/>
                  </a:cubicBezTo>
                  <a:cubicBezTo>
                    <a:pt x="1331" y="101"/>
                    <a:pt x="1331" y="101"/>
                    <a:pt x="1331" y="101"/>
                  </a:cubicBezTo>
                  <a:cubicBezTo>
                    <a:pt x="1331" y="45"/>
                    <a:pt x="1286" y="0"/>
                    <a:pt x="1234" y="0"/>
                  </a:cubicBezTo>
                  <a:cubicBezTo>
                    <a:pt x="33" y="0"/>
                    <a:pt x="33" y="0"/>
                    <a:pt x="33" y="0"/>
                  </a:cubicBezTo>
                  <a:cubicBezTo>
                    <a:pt x="15" y="0"/>
                    <a:pt x="0" y="15"/>
                    <a:pt x="0" y="34"/>
                  </a:cubicBezTo>
                  <a:cubicBezTo>
                    <a:pt x="0" y="905"/>
                    <a:pt x="0" y="905"/>
                    <a:pt x="0" y="905"/>
                  </a:cubicBezTo>
                  <a:cubicBezTo>
                    <a:pt x="0" y="909"/>
                    <a:pt x="4" y="912"/>
                    <a:pt x="4" y="912"/>
                  </a:cubicBezTo>
                  <a:cubicBezTo>
                    <a:pt x="30" y="938"/>
                    <a:pt x="63" y="920"/>
                    <a:pt x="63" y="893"/>
                  </a:cubicBezTo>
                  <a:cubicBezTo>
                    <a:pt x="63" y="101"/>
                    <a:pt x="63" y="101"/>
                    <a:pt x="63" y="101"/>
                  </a:cubicBezTo>
                  <a:cubicBezTo>
                    <a:pt x="63" y="79"/>
                    <a:pt x="78" y="60"/>
                    <a:pt x="100" y="60"/>
                  </a:cubicBezTo>
                  <a:cubicBezTo>
                    <a:pt x="1234" y="60"/>
                    <a:pt x="1234" y="60"/>
                    <a:pt x="1234" y="60"/>
                  </a:cubicBezTo>
                  <a:cubicBezTo>
                    <a:pt x="1252" y="60"/>
                    <a:pt x="1271" y="79"/>
                    <a:pt x="1271" y="101"/>
                  </a:cubicBezTo>
                  <a:cubicBezTo>
                    <a:pt x="1271" y="1698"/>
                    <a:pt x="1271" y="1698"/>
                    <a:pt x="1271" y="1698"/>
                  </a:cubicBezTo>
                  <a:cubicBezTo>
                    <a:pt x="1271" y="1716"/>
                    <a:pt x="1252" y="1735"/>
                    <a:pt x="1234" y="1735"/>
                  </a:cubicBezTo>
                  <a:cubicBezTo>
                    <a:pt x="965" y="1735"/>
                    <a:pt x="965" y="1735"/>
                    <a:pt x="965" y="1735"/>
                  </a:cubicBezTo>
                  <a:cubicBezTo>
                    <a:pt x="965" y="1690"/>
                    <a:pt x="965" y="1690"/>
                    <a:pt x="965" y="1690"/>
                  </a:cubicBezTo>
                  <a:cubicBezTo>
                    <a:pt x="965" y="1630"/>
                    <a:pt x="916" y="1582"/>
                    <a:pt x="856" y="1582"/>
                  </a:cubicBezTo>
                  <a:cubicBezTo>
                    <a:pt x="475" y="1582"/>
                    <a:pt x="475" y="1582"/>
                    <a:pt x="475" y="1582"/>
                  </a:cubicBezTo>
                  <a:cubicBezTo>
                    <a:pt x="415" y="1582"/>
                    <a:pt x="366" y="1630"/>
                    <a:pt x="366" y="1690"/>
                  </a:cubicBezTo>
                  <a:cubicBezTo>
                    <a:pt x="366" y="1735"/>
                    <a:pt x="366" y="1735"/>
                    <a:pt x="366" y="1735"/>
                  </a:cubicBezTo>
                  <a:cubicBezTo>
                    <a:pt x="100" y="1735"/>
                    <a:pt x="100" y="1735"/>
                    <a:pt x="100" y="1735"/>
                  </a:cubicBezTo>
                  <a:cubicBezTo>
                    <a:pt x="78" y="1735"/>
                    <a:pt x="63" y="1716"/>
                    <a:pt x="63" y="1698"/>
                  </a:cubicBezTo>
                  <a:cubicBezTo>
                    <a:pt x="63" y="1036"/>
                    <a:pt x="63" y="1036"/>
                    <a:pt x="63" y="1036"/>
                  </a:cubicBezTo>
                  <a:cubicBezTo>
                    <a:pt x="63" y="1021"/>
                    <a:pt x="52" y="1006"/>
                    <a:pt x="33" y="1006"/>
                  </a:cubicBezTo>
                  <a:cubicBezTo>
                    <a:pt x="18" y="1002"/>
                    <a:pt x="0" y="1017"/>
                    <a:pt x="0" y="1036"/>
                  </a:cubicBezTo>
                  <a:cubicBezTo>
                    <a:pt x="0" y="1698"/>
                    <a:pt x="0" y="1698"/>
                    <a:pt x="0" y="1698"/>
                  </a:cubicBezTo>
                  <a:cubicBezTo>
                    <a:pt x="0" y="1750"/>
                    <a:pt x="44" y="1795"/>
                    <a:pt x="100" y="1795"/>
                  </a:cubicBezTo>
                  <a:cubicBezTo>
                    <a:pt x="635" y="1795"/>
                    <a:pt x="635" y="1795"/>
                    <a:pt x="635" y="1795"/>
                  </a:cubicBezTo>
                  <a:cubicBezTo>
                    <a:pt x="639" y="1956"/>
                    <a:pt x="770" y="2086"/>
                    <a:pt x="927" y="2086"/>
                  </a:cubicBezTo>
                  <a:cubicBezTo>
                    <a:pt x="1682" y="2086"/>
                    <a:pt x="1682" y="2086"/>
                    <a:pt x="1682" y="2086"/>
                  </a:cubicBezTo>
                  <a:cubicBezTo>
                    <a:pt x="1847" y="2086"/>
                    <a:pt x="1978" y="1956"/>
                    <a:pt x="1978" y="1795"/>
                  </a:cubicBezTo>
                  <a:cubicBezTo>
                    <a:pt x="1978" y="822"/>
                    <a:pt x="1978" y="822"/>
                    <a:pt x="1978" y="822"/>
                  </a:cubicBezTo>
                  <a:cubicBezTo>
                    <a:pt x="2038" y="808"/>
                    <a:pt x="2086" y="752"/>
                    <a:pt x="2086" y="684"/>
                  </a:cubicBezTo>
                  <a:cubicBezTo>
                    <a:pt x="2086" y="426"/>
                    <a:pt x="2086" y="426"/>
                    <a:pt x="2086" y="426"/>
                  </a:cubicBezTo>
                  <a:cubicBezTo>
                    <a:pt x="2086" y="407"/>
                    <a:pt x="2075" y="393"/>
                    <a:pt x="2060" y="385"/>
                  </a:cubicBezTo>
                  <a:moveTo>
                    <a:pt x="1567" y="909"/>
                  </a:moveTo>
                  <a:lnTo>
                    <a:pt x="1567" y="909"/>
                  </a:lnTo>
                  <a:cubicBezTo>
                    <a:pt x="1671" y="909"/>
                    <a:pt x="1671" y="909"/>
                    <a:pt x="1671" y="909"/>
                  </a:cubicBezTo>
                  <a:cubicBezTo>
                    <a:pt x="1671" y="991"/>
                    <a:pt x="1671" y="991"/>
                    <a:pt x="1671" y="991"/>
                  </a:cubicBezTo>
                  <a:cubicBezTo>
                    <a:pt x="1567" y="991"/>
                    <a:pt x="1567" y="991"/>
                    <a:pt x="1567" y="991"/>
                  </a:cubicBezTo>
                  <a:lnTo>
                    <a:pt x="1567" y="909"/>
                  </a:lnTo>
                  <a:moveTo>
                    <a:pt x="1540" y="1297"/>
                  </a:moveTo>
                  <a:lnTo>
                    <a:pt x="1540" y="1297"/>
                  </a:lnTo>
                  <a:cubicBezTo>
                    <a:pt x="1540" y="1051"/>
                    <a:pt x="1540" y="1051"/>
                    <a:pt x="1540" y="1051"/>
                  </a:cubicBezTo>
                  <a:cubicBezTo>
                    <a:pt x="1701" y="1051"/>
                    <a:pt x="1701" y="1051"/>
                    <a:pt x="1701" y="1051"/>
                  </a:cubicBezTo>
                  <a:cubicBezTo>
                    <a:pt x="1701" y="1301"/>
                    <a:pt x="1701" y="1301"/>
                    <a:pt x="1701" y="1301"/>
                  </a:cubicBezTo>
                  <a:cubicBezTo>
                    <a:pt x="1701" y="1346"/>
                    <a:pt x="1660" y="1383"/>
                    <a:pt x="1611" y="1380"/>
                  </a:cubicBezTo>
                  <a:cubicBezTo>
                    <a:pt x="1570" y="1376"/>
                    <a:pt x="1540" y="1339"/>
                    <a:pt x="1540" y="1297"/>
                  </a:cubicBezTo>
                  <a:moveTo>
                    <a:pt x="475" y="1642"/>
                  </a:moveTo>
                  <a:lnTo>
                    <a:pt x="475" y="1642"/>
                  </a:lnTo>
                  <a:cubicBezTo>
                    <a:pt x="856" y="1642"/>
                    <a:pt x="856" y="1642"/>
                    <a:pt x="856" y="1642"/>
                  </a:cubicBezTo>
                  <a:cubicBezTo>
                    <a:pt x="882" y="1642"/>
                    <a:pt x="905" y="1664"/>
                    <a:pt x="905" y="1690"/>
                  </a:cubicBezTo>
                  <a:cubicBezTo>
                    <a:pt x="905" y="1735"/>
                    <a:pt x="905" y="1735"/>
                    <a:pt x="905" y="1735"/>
                  </a:cubicBezTo>
                  <a:cubicBezTo>
                    <a:pt x="430" y="1735"/>
                    <a:pt x="430" y="1735"/>
                    <a:pt x="430" y="1735"/>
                  </a:cubicBezTo>
                  <a:cubicBezTo>
                    <a:pt x="430" y="1690"/>
                    <a:pt x="430" y="1690"/>
                    <a:pt x="430" y="1690"/>
                  </a:cubicBezTo>
                  <a:cubicBezTo>
                    <a:pt x="430" y="1664"/>
                    <a:pt x="448" y="1642"/>
                    <a:pt x="475" y="1642"/>
                  </a:cubicBezTo>
                  <a:moveTo>
                    <a:pt x="1892" y="299"/>
                  </a:moveTo>
                  <a:lnTo>
                    <a:pt x="1892" y="299"/>
                  </a:lnTo>
                  <a:cubicBezTo>
                    <a:pt x="1997" y="299"/>
                    <a:pt x="1997" y="299"/>
                    <a:pt x="1997" y="299"/>
                  </a:cubicBezTo>
                  <a:cubicBezTo>
                    <a:pt x="1997" y="378"/>
                    <a:pt x="1997" y="378"/>
                    <a:pt x="1997" y="378"/>
                  </a:cubicBezTo>
                  <a:cubicBezTo>
                    <a:pt x="1892" y="378"/>
                    <a:pt x="1892" y="378"/>
                    <a:pt x="1892" y="378"/>
                  </a:cubicBezTo>
                  <a:lnTo>
                    <a:pt x="1892" y="299"/>
                  </a:lnTo>
                  <a:moveTo>
                    <a:pt x="2026" y="688"/>
                  </a:moveTo>
                  <a:lnTo>
                    <a:pt x="2026" y="688"/>
                  </a:lnTo>
                  <a:cubicBezTo>
                    <a:pt x="2026" y="729"/>
                    <a:pt x="1993" y="763"/>
                    <a:pt x="1952" y="766"/>
                  </a:cubicBezTo>
                  <a:cubicBezTo>
                    <a:pt x="1907" y="774"/>
                    <a:pt x="1866" y="737"/>
                    <a:pt x="1866" y="688"/>
                  </a:cubicBezTo>
                  <a:cubicBezTo>
                    <a:pt x="1866" y="441"/>
                    <a:pt x="1866" y="441"/>
                    <a:pt x="1866" y="441"/>
                  </a:cubicBezTo>
                  <a:cubicBezTo>
                    <a:pt x="2026" y="441"/>
                    <a:pt x="2026" y="441"/>
                    <a:pt x="2026" y="441"/>
                  </a:cubicBezTo>
                  <a:lnTo>
                    <a:pt x="2026" y="688"/>
                  </a:lnTo>
                  <a:close/>
                </a:path>
              </a:pathLst>
            </a:custGeom>
            <a:solidFill>
              <a:schemeClr val="lt1"/>
            </a:solidFill>
            <a:ln>
              <a:noFill/>
            </a:ln>
          </p:spPr>
          <p:txBody>
            <a:bodyPr anchorCtr="1" anchor="ctr" bIns="24575" lIns="49125" spcFirstLastPara="1" rIns="49125" wrap="square" tIns="24575">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grpSp>
      <p:grpSp>
        <p:nvGrpSpPr>
          <p:cNvPr id="501" name="Google Shape;501;p43"/>
          <p:cNvGrpSpPr/>
          <p:nvPr/>
        </p:nvGrpSpPr>
        <p:grpSpPr>
          <a:xfrm>
            <a:off x="174824" y="4081454"/>
            <a:ext cx="268539" cy="254201"/>
            <a:chOff x="6915495" y="2693727"/>
            <a:chExt cx="420974" cy="398496"/>
          </a:xfrm>
        </p:grpSpPr>
        <p:sp>
          <p:nvSpPr>
            <p:cNvPr id="502" name="Google Shape;502;p43"/>
            <p:cNvSpPr/>
            <p:nvPr/>
          </p:nvSpPr>
          <p:spPr>
            <a:xfrm>
              <a:off x="6915495" y="2737579"/>
              <a:ext cx="420974" cy="354644"/>
            </a:xfrm>
            <a:custGeom>
              <a:rect b="b" l="l" r="r" t="t"/>
              <a:pathLst>
                <a:path extrusionOk="0" h="10287" w="12211">
                  <a:moveTo>
                    <a:pt x="10466" y="1017"/>
                  </a:moveTo>
                  <a:cubicBezTo>
                    <a:pt x="11130" y="1934"/>
                    <a:pt x="11493" y="3044"/>
                    <a:pt x="11493" y="4182"/>
                  </a:cubicBezTo>
                  <a:cubicBezTo>
                    <a:pt x="11493" y="7152"/>
                    <a:pt x="9075" y="9569"/>
                    <a:pt x="6105" y="9569"/>
                  </a:cubicBezTo>
                  <a:cubicBezTo>
                    <a:pt x="3135" y="9569"/>
                    <a:pt x="718" y="7152"/>
                    <a:pt x="718" y="4182"/>
                  </a:cubicBezTo>
                  <a:cubicBezTo>
                    <a:pt x="718" y="3044"/>
                    <a:pt x="1080" y="1934"/>
                    <a:pt x="1745" y="1017"/>
                  </a:cubicBezTo>
                  <a:lnTo>
                    <a:pt x="2422" y="1582"/>
                  </a:lnTo>
                  <a:cubicBezTo>
                    <a:pt x="1887" y="2339"/>
                    <a:pt x="1597" y="3249"/>
                    <a:pt x="1597" y="4182"/>
                  </a:cubicBezTo>
                  <a:cubicBezTo>
                    <a:pt x="1597" y="6667"/>
                    <a:pt x="3619" y="8690"/>
                    <a:pt x="6105" y="8690"/>
                  </a:cubicBezTo>
                  <a:cubicBezTo>
                    <a:pt x="8592" y="8690"/>
                    <a:pt x="10614" y="6667"/>
                    <a:pt x="10614" y="4182"/>
                  </a:cubicBezTo>
                  <a:cubicBezTo>
                    <a:pt x="10614" y="3249"/>
                    <a:pt x="10323" y="2339"/>
                    <a:pt x="9789" y="1582"/>
                  </a:cubicBezTo>
                  <a:lnTo>
                    <a:pt x="10466" y="1017"/>
                  </a:lnTo>
                  <a:close/>
                  <a:moveTo>
                    <a:pt x="1644" y="0"/>
                  </a:moveTo>
                  <a:lnTo>
                    <a:pt x="1414" y="276"/>
                  </a:lnTo>
                  <a:cubicBezTo>
                    <a:pt x="502" y="1369"/>
                    <a:pt x="1" y="2756"/>
                    <a:pt x="1" y="4182"/>
                  </a:cubicBezTo>
                  <a:cubicBezTo>
                    <a:pt x="1" y="7548"/>
                    <a:pt x="2739" y="10286"/>
                    <a:pt x="6105" y="10286"/>
                  </a:cubicBezTo>
                  <a:cubicBezTo>
                    <a:pt x="9471" y="10286"/>
                    <a:pt x="12210" y="7548"/>
                    <a:pt x="12210" y="4182"/>
                  </a:cubicBezTo>
                  <a:cubicBezTo>
                    <a:pt x="12210" y="2756"/>
                    <a:pt x="11708" y="1369"/>
                    <a:pt x="10796" y="276"/>
                  </a:cubicBezTo>
                  <a:lnTo>
                    <a:pt x="10567" y="0"/>
                  </a:lnTo>
                  <a:lnTo>
                    <a:pt x="8790" y="1481"/>
                  </a:lnTo>
                  <a:lnTo>
                    <a:pt x="9020" y="1756"/>
                  </a:lnTo>
                  <a:cubicBezTo>
                    <a:pt x="9585" y="2435"/>
                    <a:pt x="9896" y="3296"/>
                    <a:pt x="9896" y="4182"/>
                  </a:cubicBezTo>
                  <a:cubicBezTo>
                    <a:pt x="9896" y="6272"/>
                    <a:pt x="8196" y="7973"/>
                    <a:pt x="6105" y="7973"/>
                  </a:cubicBezTo>
                  <a:cubicBezTo>
                    <a:pt x="4014" y="7973"/>
                    <a:pt x="2314" y="6272"/>
                    <a:pt x="2314" y="4182"/>
                  </a:cubicBezTo>
                  <a:cubicBezTo>
                    <a:pt x="2314" y="3296"/>
                    <a:pt x="2625" y="2435"/>
                    <a:pt x="3191" y="1756"/>
                  </a:cubicBezTo>
                  <a:lnTo>
                    <a:pt x="3420" y="1481"/>
                  </a:lnTo>
                  <a:lnTo>
                    <a:pt x="1644" y="0"/>
                  </a:lnTo>
                  <a:close/>
                </a:path>
              </a:pathLst>
            </a:custGeom>
            <a:solidFill>
              <a:schemeClr val="dk1"/>
            </a:solidFill>
            <a:ln>
              <a:noFill/>
            </a:ln>
          </p:spPr>
          <p:txBody>
            <a:bodyPr anchorCtr="0" anchor="ctr" bIns="58325" lIns="58325" spcFirstLastPara="1" rIns="58325" wrap="square" tIns="58325">
              <a:noAutofit/>
            </a:bodyPr>
            <a:lstStyle/>
            <a:p>
              <a:pPr indent="0" lvl="0" marL="0" marR="0" rtl="0" algn="l">
                <a:lnSpc>
                  <a:spcPct val="100000"/>
                </a:lnSpc>
                <a:spcBef>
                  <a:spcPts val="0"/>
                </a:spcBef>
                <a:spcAft>
                  <a:spcPts val="0"/>
                </a:spcAft>
                <a:buClr>
                  <a:srgbClr val="000000"/>
                </a:buClr>
                <a:buSzPts val="893"/>
                <a:buFont typeface="Arial"/>
                <a:buNone/>
              </a:pPr>
              <a:r>
                <a:t/>
              </a:r>
              <a:endParaRPr b="0" i="0" sz="893" u="none" cap="none" strike="noStrike">
                <a:solidFill>
                  <a:srgbClr val="FF0000"/>
                </a:solidFill>
                <a:latin typeface="Arial"/>
                <a:ea typeface="Arial"/>
                <a:cs typeface="Arial"/>
                <a:sym typeface="Arial"/>
              </a:endParaRPr>
            </a:p>
          </p:txBody>
        </p:sp>
        <p:sp>
          <p:nvSpPr>
            <p:cNvPr id="503" name="Google Shape;503;p43"/>
            <p:cNvSpPr/>
            <p:nvPr/>
          </p:nvSpPr>
          <p:spPr>
            <a:xfrm>
              <a:off x="7086077" y="2693727"/>
              <a:ext cx="79775" cy="157723"/>
            </a:xfrm>
            <a:custGeom>
              <a:rect b="b" l="l" r="r" t="t"/>
              <a:pathLst>
                <a:path extrusionOk="0" h="4575" w="2314">
                  <a:moveTo>
                    <a:pt x="1597" y="717"/>
                  </a:moveTo>
                  <a:lnTo>
                    <a:pt x="1597" y="3857"/>
                  </a:lnTo>
                  <a:lnTo>
                    <a:pt x="717" y="3857"/>
                  </a:lnTo>
                  <a:lnTo>
                    <a:pt x="717" y="717"/>
                  </a:lnTo>
                  <a:close/>
                  <a:moveTo>
                    <a:pt x="0" y="0"/>
                  </a:moveTo>
                  <a:lnTo>
                    <a:pt x="0" y="4574"/>
                  </a:lnTo>
                  <a:lnTo>
                    <a:pt x="2314" y="4574"/>
                  </a:lnTo>
                  <a:lnTo>
                    <a:pt x="2314" y="0"/>
                  </a:lnTo>
                  <a:close/>
                </a:path>
              </a:pathLst>
            </a:custGeom>
            <a:solidFill>
              <a:schemeClr val="dk1"/>
            </a:solidFill>
            <a:ln>
              <a:noFill/>
            </a:ln>
          </p:spPr>
          <p:txBody>
            <a:bodyPr anchorCtr="0" anchor="ctr" bIns="58325" lIns="58325" spcFirstLastPara="1" rIns="58325" wrap="square" tIns="58325">
              <a:noAutofit/>
            </a:bodyPr>
            <a:lstStyle/>
            <a:p>
              <a:pPr indent="0" lvl="0" marL="0" marR="0" rtl="0" algn="l">
                <a:lnSpc>
                  <a:spcPct val="100000"/>
                </a:lnSpc>
                <a:spcBef>
                  <a:spcPts val="0"/>
                </a:spcBef>
                <a:spcAft>
                  <a:spcPts val="0"/>
                </a:spcAft>
                <a:buClr>
                  <a:srgbClr val="000000"/>
                </a:buClr>
                <a:buSzPts val="893"/>
                <a:buFont typeface="Arial"/>
                <a:buNone/>
              </a:pPr>
              <a:r>
                <a:t/>
              </a:r>
              <a:endParaRPr b="0" i="0" sz="893" u="none" cap="none" strike="noStrike">
                <a:solidFill>
                  <a:srgbClr val="FF0000"/>
                </a:solidFill>
                <a:latin typeface="Arial"/>
                <a:ea typeface="Arial"/>
                <a:cs typeface="Arial"/>
                <a:sym typeface="Arial"/>
              </a:endParaRPr>
            </a:p>
          </p:txBody>
        </p:sp>
      </p:grpSp>
      <p:grpSp>
        <p:nvGrpSpPr>
          <p:cNvPr id="504" name="Google Shape;504;p43"/>
          <p:cNvGrpSpPr/>
          <p:nvPr/>
        </p:nvGrpSpPr>
        <p:grpSpPr>
          <a:xfrm>
            <a:off x="150908" y="771459"/>
            <a:ext cx="268529" cy="268318"/>
            <a:chOff x="4205526" y="2089044"/>
            <a:chExt cx="491721" cy="491245"/>
          </a:xfrm>
        </p:grpSpPr>
        <p:sp>
          <p:nvSpPr>
            <p:cNvPr id="505" name="Google Shape;505;p43"/>
            <p:cNvSpPr/>
            <p:nvPr/>
          </p:nvSpPr>
          <p:spPr>
            <a:xfrm>
              <a:off x="4205526" y="2296108"/>
              <a:ext cx="287486" cy="284181"/>
            </a:xfrm>
            <a:custGeom>
              <a:rect b="b" l="l" r="r" t="t"/>
              <a:pathLst>
                <a:path extrusionOk="0" h="1205" w="1219">
                  <a:moveTo>
                    <a:pt x="1165" y="371"/>
                  </a:moveTo>
                  <a:lnTo>
                    <a:pt x="1165" y="371"/>
                  </a:lnTo>
                  <a:cubicBezTo>
                    <a:pt x="937" y="599"/>
                    <a:pt x="937" y="599"/>
                    <a:pt x="937" y="599"/>
                  </a:cubicBezTo>
                  <a:cubicBezTo>
                    <a:pt x="933" y="603"/>
                    <a:pt x="933" y="603"/>
                    <a:pt x="929" y="603"/>
                  </a:cubicBezTo>
                  <a:lnTo>
                    <a:pt x="929" y="603"/>
                  </a:lnTo>
                  <a:cubicBezTo>
                    <a:pt x="813" y="491"/>
                    <a:pt x="813" y="491"/>
                    <a:pt x="813" y="491"/>
                  </a:cubicBezTo>
                  <a:lnTo>
                    <a:pt x="813" y="491"/>
                  </a:lnTo>
                  <a:lnTo>
                    <a:pt x="813" y="491"/>
                  </a:lnTo>
                  <a:cubicBezTo>
                    <a:pt x="604" y="278"/>
                    <a:pt x="604" y="278"/>
                    <a:pt x="604" y="278"/>
                  </a:cubicBezTo>
                  <a:cubicBezTo>
                    <a:pt x="601" y="278"/>
                    <a:pt x="601" y="274"/>
                    <a:pt x="604" y="271"/>
                  </a:cubicBezTo>
                  <a:cubicBezTo>
                    <a:pt x="825" y="53"/>
                    <a:pt x="825" y="53"/>
                    <a:pt x="825" y="53"/>
                  </a:cubicBezTo>
                  <a:cubicBezTo>
                    <a:pt x="836" y="42"/>
                    <a:pt x="836" y="20"/>
                    <a:pt x="825" y="9"/>
                  </a:cubicBezTo>
                  <a:cubicBezTo>
                    <a:pt x="810" y="-3"/>
                    <a:pt x="791" y="-3"/>
                    <a:pt x="780" y="9"/>
                  </a:cubicBezTo>
                  <a:cubicBezTo>
                    <a:pt x="563" y="226"/>
                    <a:pt x="563" y="226"/>
                    <a:pt x="563" y="226"/>
                  </a:cubicBezTo>
                  <a:cubicBezTo>
                    <a:pt x="537" y="252"/>
                    <a:pt x="537" y="289"/>
                    <a:pt x="556" y="315"/>
                  </a:cubicBezTo>
                  <a:cubicBezTo>
                    <a:pt x="507" y="360"/>
                    <a:pt x="507" y="360"/>
                    <a:pt x="507" y="360"/>
                  </a:cubicBezTo>
                  <a:cubicBezTo>
                    <a:pt x="447" y="420"/>
                    <a:pt x="365" y="450"/>
                    <a:pt x="279" y="439"/>
                  </a:cubicBezTo>
                  <a:cubicBezTo>
                    <a:pt x="227" y="435"/>
                    <a:pt x="227" y="435"/>
                    <a:pt x="227" y="435"/>
                  </a:cubicBezTo>
                  <a:cubicBezTo>
                    <a:pt x="197" y="431"/>
                    <a:pt x="178" y="443"/>
                    <a:pt x="174" y="476"/>
                  </a:cubicBezTo>
                  <a:cubicBezTo>
                    <a:pt x="171" y="495"/>
                    <a:pt x="171" y="495"/>
                    <a:pt x="171" y="495"/>
                  </a:cubicBezTo>
                  <a:cubicBezTo>
                    <a:pt x="129" y="491"/>
                    <a:pt x="84" y="480"/>
                    <a:pt x="43" y="457"/>
                  </a:cubicBezTo>
                  <a:cubicBezTo>
                    <a:pt x="28" y="450"/>
                    <a:pt x="10" y="457"/>
                    <a:pt x="2" y="472"/>
                  </a:cubicBezTo>
                  <a:cubicBezTo>
                    <a:pt x="-5" y="487"/>
                    <a:pt x="2" y="506"/>
                    <a:pt x="17" y="514"/>
                  </a:cubicBezTo>
                  <a:cubicBezTo>
                    <a:pt x="62" y="536"/>
                    <a:pt x="115" y="551"/>
                    <a:pt x="167" y="555"/>
                  </a:cubicBezTo>
                  <a:cubicBezTo>
                    <a:pt x="163" y="573"/>
                    <a:pt x="163" y="573"/>
                    <a:pt x="163" y="573"/>
                  </a:cubicBezTo>
                  <a:cubicBezTo>
                    <a:pt x="163" y="592"/>
                    <a:pt x="163" y="603"/>
                    <a:pt x="174" y="614"/>
                  </a:cubicBezTo>
                  <a:cubicBezTo>
                    <a:pt x="182" y="626"/>
                    <a:pt x="193" y="630"/>
                    <a:pt x="208" y="633"/>
                  </a:cubicBezTo>
                  <a:cubicBezTo>
                    <a:pt x="256" y="637"/>
                    <a:pt x="256" y="637"/>
                    <a:pt x="256" y="637"/>
                  </a:cubicBezTo>
                  <a:cubicBezTo>
                    <a:pt x="275" y="641"/>
                    <a:pt x="294" y="641"/>
                    <a:pt x="313" y="641"/>
                  </a:cubicBezTo>
                  <a:cubicBezTo>
                    <a:pt x="358" y="641"/>
                    <a:pt x="398" y="637"/>
                    <a:pt x="440" y="622"/>
                  </a:cubicBezTo>
                  <a:cubicBezTo>
                    <a:pt x="301" y="764"/>
                    <a:pt x="301" y="764"/>
                    <a:pt x="301" y="764"/>
                  </a:cubicBezTo>
                  <a:cubicBezTo>
                    <a:pt x="283" y="783"/>
                    <a:pt x="283" y="813"/>
                    <a:pt x="301" y="831"/>
                  </a:cubicBezTo>
                  <a:cubicBezTo>
                    <a:pt x="316" y="846"/>
                    <a:pt x="316" y="846"/>
                    <a:pt x="316" y="846"/>
                  </a:cubicBezTo>
                  <a:cubicBezTo>
                    <a:pt x="219" y="944"/>
                    <a:pt x="219" y="944"/>
                    <a:pt x="219" y="944"/>
                  </a:cubicBezTo>
                  <a:cubicBezTo>
                    <a:pt x="208" y="955"/>
                    <a:pt x="208" y="973"/>
                    <a:pt x="219" y="985"/>
                  </a:cubicBezTo>
                  <a:cubicBezTo>
                    <a:pt x="227" y="992"/>
                    <a:pt x="234" y="996"/>
                    <a:pt x="242" y="996"/>
                  </a:cubicBezTo>
                  <a:cubicBezTo>
                    <a:pt x="249" y="996"/>
                    <a:pt x="256" y="992"/>
                    <a:pt x="264" y="985"/>
                  </a:cubicBezTo>
                  <a:cubicBezTo>
                    <a:pt x="361" y="887"/>
                    <a:pt x="361" y="887"/>
                    <a:pt x="361" y="887"/>
                  </a:cubicBezTo>
                  <a:cubicBezTo>
                    <a:pt x="376" y="906"/>
                    <a:pt x="376" y="906"/>
                    <a:pt x="376" y="906"/>
                  </a:cubicBezTo>
                  <a:cubicBezTo>
                    <a:pt x="387" y="914"/>
                    <a:pt x="398" y="917"/>
                    <a:pt x="410" y="917"/>
                  </a:cubicBezTo>
                  <a:cubicBezTo>
                    <a:pt x="421" y="917"/>
                    <a:pt x="432" y="914"/>
                    <a:pt x="443" y="906"/>
                  </a:cubicBezTo>
                  <a:cubicBezTo>
                    <a:pt x="582" y="764"/>
                    <a:pt x="582" y="764"/>
                    <a:pt x="582" y="764"/>
                  </a:cubicBezTo>
                  <a:cubicBezTo>
                    <a:pt x="567" y="824"/>
                    <a:pt x="559" y="887"/>
                    <a:pt x="567" y="951"/>
                  </a:cubicBezTo>
                  <a:cubicBezTo>
                    <a:pt x="574" y="996"/>
                    <a:pt x="574" y="996"/>
                    <a:pt x="574" y="996"/>
                  </a:cubicBezTo>
                  <a:cubicBezTo>
                    <a:pt x="574" y="1015"/>
                    <a:pt x="582" y="1026"/>
                    <a:pt x="593" y="1033"/>
                  </a:cubicBezTo>
                  <a:cubicBezTo>
                    <a:pt x="601" y="1041"/>
                    <a:pt x="612" y="1045"/>
                    <a:pt x="623" y="1045"/>
                  </a:cubicBezTo>
                  <a:cubicBezTo>
                    <a:pt x="627" y="1045"/>
                    <a:pt x="630" y="1045"/>
                    <a:pt x="630" y="1045"/>
                  </a:cubicBezTo>
                  <a:cubicBezTo>
                    <a:pt x="649" y="1041"/>
                    <a:pt x="649" y="1041"/>
                    <a:pt x="649" y="1041"/>
                  </a:cubicBezTo>
                  <a:cubicBezTo>
                    <a:pt x="657" y="1093"/>
                    <a:pt x="672" y="1142"/>
                    <a:pt x="694" y="1190"/>
                  </a:cubicBezTo>
                  <a:cubicBezTo>
                    <a:pt x="701" y="1201"/>
                    <a:pt x="709" y="1205"/>
                    <a:pt x="720" y="1205"/>
                  </a:cubicBezTo>
                  <a:cubicBezTo>
                    <a:pt x="728" y="1205"/>
                    <a:pt x="731" y="1205"/>
                    <a:pt x="735" y="1201"/>
                  </a:cubicBezTo>
                  <a:cubicBezTo>
                    <a:pt x="750" y="1194"/>
                    <a:pt x="757" y="1175"/>
                    <a:pt x="750" y="1160"/>
                  </a:cubicBezTo>
                  <a:cubicBezTo>
                    <a:pt x="728" y="1123"/>
                    <a:pt x="717" y="1078"/>
                    <a:pt x="709" y="1033"/>
                  </a:cubicBezTo>
                  <a:cubicBezTo>
                    <a:pt x="731" y="1033"/>
                    <a:pt x="731" y="1033"/>
                    <a:pt x="731" y="1033"/>
                  </a:cubicBezTo>
                  <a:cubicBezTo>
                    <a:pt x="739" y="1029"/>
                    <a:pt x="754" y="1029"/>
                    <a:pt x="765" y="1015"/>
                  </a:cubicBezTo>
                  <a:cubicBezTo>
                    <a:pt x="776" y="1003"/>
                    <a:pt x="773" y="989"/>
                    <a:pt x="773" y="981"/>
                  </a:cubicBezTo>
                  <a:cubicBezTo>
                    <a:pt x="769" y="929"/>
                    <a:pt x="769" y="929"/>
                    <a:pt x="769" y="929"/>
                  </a:cubicBezTo>
                  <a:cubicBezTo>
                    <a:pt x="757" y="842"/>
                    <a:pt x="788" y="757"/>
                    <a:pt x="847" y="697"/>
                  </a:cubicBezTo>
                  <a:cubicBezTo>
                    <a:pt x="892" y="652"/>
                    <a:pt x="892" y="652"/>
                    <a:pt x="892" y="652"/>
                  </a:cubicBezTo>
                  <a:cubicBezTo>
                    <a:pt x="903" y="659"/>
                    <a:pt x="915" y="663"/>
                    <a:pt x="929" y="663"/>
                  </a:cubicBezTo>
                  <a:lnTo>
                    <a:pt x="929" y="663"/>
                  </a:lnTo>
                  <a:cubicBezTo>
                    <a:pt x="948" y="663"/>
                    <a:pt x="967" y="656"/>
                    <a:pt x="978" y="644"/>
                  </a:cubicBezTo>
                  <a:cubicBezTo>
                    <a:pt x="1210" y="416"/>
                    <a:pt x="1210" y="416"/>
                    <a:pt x="1210" y="416"/>
                  </a:cubicBezTo>
                  <a:cubicBezTo>
                    <a:pt x="1221" y="401"/>
                    <a:pt x="1221" y="383"/>
                    <a:pt x="1210" y="371"/>
                  </a:cubicBezTo>
                  <a:cubicBezTo>
                    <a:pt x="1195" y="360"/>
                    <a:pt x="1176" y="360"/>
                    <a:pt x="1165" y="371"/>
                  </a:cubicBezTo>
                  <a:moveTo>
                    <a:pt x="264" y="577"/>
                  </a:moveTo>
                  <a:lnTo>
                    <a:pt x="264" y="577"/>
                  </a:lnTo>
                  <a:cubicBezTo>
                    <a:pt x="227" y="573"/>
                    <a:pt x="227" y="573"/>
                    <a:pt x="227" y="573"/>
                  </a:cubicBezTo>
                  <a:cubicBezTo>
                    <a:pt x="234" y="495"/>
                    <a:pt x="234" y="495"/>
                    <a:pt x="234" y="495"/>
                  </a:cubicBezTo>
                  <a:cubicBezTo>
                    <a:pt x="271" y="499"/>
                    <a:pt x="271" y="499"/>
                    <a:pt x="271" y="499"/>
                  </a:cubicBezTo>
                  <a:cubicBezTo>
                    <a:pt x="376" y="514"/>
                    <a:pt x="477" y="476"/>
                    <a:pt x="552" y="401"/>
                  </a:cubicBezTo>
                  <a:cubicBezTo>
                    <a:pt x="597" y="356"/>
                    <a:pt x="597" y="356"/>
                    <a:pt x="597" y="356"/>
                  </a:cubicBezTo>
                  <a:cubicBezTo>
                    <a:pt x="653" y="412"/>
                    <a:pt x="653" y="412"/>
                    <a:pt x="653" y="412"/>
                  </a:cubicBezTo>
                  <a:cubicBezTo>
                    <a:pt x="604" y="457"/>
                    <a:pt x="604" y="457"/>
                    <a:pt x="604" y="457"/>
                  </a:cubicBezTo>
                  <a:cubicBezTo>
                    <a:pt x="514" y="547"/>
                    <a:pt x="391" y="592"/>
                    <a:pt x="264" y="577"/>
                  </a:cubicBezTo>
                  <a:moveTo>
                    <a:pt x="410" y="854"/>
                  </a:moveTo>
                  <a:lnTo>
                    <a:pt x="410" y="854"/>
                  </a:lnTo>
                  <a:cubicBezTo>
                    <a:pt x="354" y="798"/>
                    <a:pt x="354" y="798"/>
                    <a:pt x="354" y="798"/>
                  </a:cubicBezTo>
                  <a:cubicBezTo>
                    <a:pt x="649" y="502"/>
                    <a:pt x="649" y="502"/>
                    <a:pt x="649" y="502"/>
                  </a:cubicBezTo>
                  <a:lnTo>
                    <a:pt x="649" y="502"/>
                  </a:lnTo>
                  <a:lnTo>
                    <a:pt x="649" y="502"/>
                  </a:lnTo>
                  <a:cubicBezTo>
                    <a:pt x="694" y="457"/>
                    <a:pt x="694" y="457"/>
                    <a:pt x="694" y="457"/>
                  </a:cubicBezTo>
                  <a:cubicBezTo>
                    <a:pt x="750" y="510"/>
                    <a:pt x="750" y="510"/>
                    <a:pt x="750" y="510"/>
                  </a:cubicBezTo>
                  <a:lnTo>
                    <a:pt x="410" y="854"/>
                  </a:lnTo>
                  <a:moveTo>
                    <a:pt x="802" y="656"/>
                  </a:moveTo>
                  <a:lnTo>
                    <a:pt x="802" y="656"/>
                  </a:lnTo>
                  <a:cubicBezTo>
                    <a:pt x="728" y="726"/>
                    <a:pt x="694" y="831"/>
                    <a:pt x="705" y="932"/>
                  </a:cubicBezTo>
                  <a:cubicBezTo>
                    <a:pt x="709" y="973"/>
                    <a:pt x="709" y="973"/>
                    <a:pt x="709" y="973"/>
                  </a:cubicBezTo>
                  <a:cubicBezTo>
                    <a:pt x="630" y="981"/>
                    <a:pt x="630" y="981"/>
                    <a:pt x="630" y="981"/>
                  </a:cubicBezTo>
                  <a:cubicBezTo>
                    <a:pt x="627" y="944"/>
                    <a:pt x="627" y="944"/>
                    <a:pt x="627" y="944"/>
                  </a:cubicBezTo>
                  <a:cubicBezTo>
                    <a:pt x="612" y="816"/>
                    <a:pt x="657" y="689"/>
                    <a:pt x="746" y="599"/>
                  </a:cubicBezTo>
                  <a:lnTo>
                    <a:pt x="746" y="599"/>
                  </a:lnTo>
                  <a:cubicBezTo>
                    <a:pt x="791" y="555"/>
                    <a:pt x="791" y="555"/>
                    <a:pt x="791" y="555"/>
                  </a:cubicBezTo>
                  <a:cubicBezTo>
                    <a:pt x="847" y="611"/>
                    <a:pt x="847" y="611"/>
                    <a:pt x="847" y="611"/>
                  </a:cubicBezTo>
                  <a:lnTo>
                    <a:pt x="802" y="656"/>
                  </a:lnTo>
                  <a:close/>
                </a:path>
              </a:pathLst>
            </a:custGeom>
            <a:solidFill>
              <a:schemeClr val="lt1"/>
            </a:solidFill>
            <a:ln>
              <a:noFill/>
            </a:ln>
          </p:spPr>
          <p:txBody>
            <a:bodyPr anchorCtr="1" anchor="ctr" bIns="24600" lIns="49150" spcFirstLastPara="1" rIns="49150" wrap="square" tIns="24600">
              <a:noAutofit/>
            </a:bodyPr>
            <a:lstStyle/>
            <a:p>
              <a:pPr indent="0" lvl="0" marL="0" marR="0" rtl="0" algn="l">
                <a:lnSpc>
                  <a:spcPct val="100000"/>
                </a:lnSpc>
                <a:spcBef>
                  <a:spcPts val="0"/>
                </a:spcBef>
                <a:spcAft>
                  <a:spcPts val="0"/>
                </a:spcAft>
                <a:buClr>
                  <a:srgbClr val="000000"/>
                </a:buClr>
                <a:buSzPts val="983"/>
                <a:buFont typeface="Arial"/>
                <a:buNone/>
              </a:pPr>
              <a:r>
                <a:t/>
              </a:r>
              <a:endParaRPr b="1" i="0" sz="983" u="none" cap="none" strike="noStrike">
                <a:solidFill>
                  <a:srgbClr val="FFFFFF"/>
                </a:solidFill>
                <a:latin typeface="Arial"/>
                <a:ea typeface="Arial"/>
                <a:cs typeface="Arial"/>
                <a:sym typeface="Arial"/>
              </a:endParaRPr>
            </a:p>
          </p:txBody>
        </p:sp>
        <p:sp>
          <p:nvSpPr>
            <p:cNvPr id="506" name="Google Shape;506;p43"/>
            <p:cNvSpPr/>
            <p:nvPr/>
          </p:nvSpPr>
          <p:spPr>
            <a:xfrm>
              <a:off x="4411412" y="2089044"/>
              <a:ext cx="285835" cy="283238"/>
            </a:xfrm>
            <a:custGeom>
              <a:rect b="b" l="l" r="r" t="t"/>
              <a:pathLst>
                <a:path extrusionOk="0" h="1201" w="1212">
                  <a:moveTo>
                    <a:pt x="1197" y="692"/>
                  </a:moveTo>
                  <a:lnTo>
                    <a:pt x="1197" y="692"/>
                  </a:lnTo>
                  <a:cubicBezTo>
                    <a:pt x="1148" y="670"/>
                    <a:pt x="1100" y="655"/>
                    <a:pt x="1048" y="648"/>
                  </a:cubicBezTo>
                  <a:cubicBezTo>
                    <a:pt x="1048" y="632"/>
                    <a:pt x="1048" y="632"/>
                    <a:pt x="1048" y="632"/>
                  </a:cubicBezTo>
                  <a:cubicBezTo>
                    <a:pt x="1051" y="614"/>
                    <a:pt x="1048" y="603"/>
                    <a:pt x="1040" y="592"/>
                  </a:cubicBezTo>
                  <a:cubicBezTo>
                    <a:pt x="1032" y="580"/>
                    <a:pt x="1017" y="572"/>
                    <a:pt x="1003" y="572"/>
                  </a:cubicBezTo>
                  <a:cubicBezTo>
                    <a:pt x="954" y="569"/>
                    <a:pt x="954" y="569"/>
                    <a:pt x="954" y="569"/>
                  </a:cubicBezTo>
                  <a:cubicBezTo>
                    <a:pt x="894" y="561"/>
                    <a:pt x="831" y="565"/>
                    <a:pt x="771" y="580"/>
                  </a:cubicBezTo>
                  <a:cubicBezTo>
                    <a:pt x="913" y="442"/>
                    <a:pt x="913" y="442"/>
                    <a:pt x="913" y="442"/>
                  </a:cubicBezTo>
                  <a:cubicBezTo>
                    <a:pt x="932" y="423"/>
                    <a:pt x="932" y="393"/>
                    <a:pt x="913" y="374"/>
                  </a:cubicBezTo>
                  <a:cubicBezTo>
                    <a:pt x="894" y="360"/>
                    <a:pt x="894" y="360"/>
                    <a:pt x="894" y="360"/>
                  </a:cubicBezTo>
                  <a:cubicBezTo>
                    <a:pt x="992" y="262"/>
                    <a:pt x="992" y="262"/>
                    <a:pt x="992" y="262"/>
                  </a:cubicBezTo>
                  <a:cubicBezTo>
                    <a:pt x="1003" y="251"/>
                    <a:pt x="1006" y="233"/>
                    <a:pt x="995" y="221"/>
                  </a:cubicBezTo>
                  <a:cubicBezTo>
                    <a:pt x="984" y="206"/>
                    <a:pt x="961" y="206"/>
                    <a:pt x="950" y="217"/>
                  </a:cubicBezTo>
                  <a:cubicBezTo>
                    <a:pt x="853" y="315"/>
                    <a:pt x="853" y="315"/>
                    <a:pt x="853" y="315"/>
                  </a:cubicBezTo>
                  <a:cubicBezTo>
                    <a:pt x="834" y="300"/>
                    <a:pt x="834" y="300"/>
                    <a:pt x="834" y="300"/>
                  </a:cubicBezTo>
                  <a:cubicBezTo>
                    <a:pt x="819" y="281"/>
                    <a:pt x="789" y="281"/>
                    <a:pt x="771" y="300"/>
                  </a:cubicBezTo>
                  <a:cubicBezTo>
                    <a:pt x="629" y="442"/>
                    <a:pt x="629" y="442"/>
                    <a:pt x="629" y="442"/>
                  </a:cubicBezTo>
                  <a:cubicBezTo>
                    <a:pt x="647" y="382"/>
                    <a:pt x="651" y="318"/>
                    <a:pt x="644" y="255"/>
                  </a:cubicBezTo>
                  <a:cubicBezTo>
                    <a:pt x="640" y="210"/>
                    <a:pt x="640" y="210"/>
                    <a:pt x="640" y="210"/>
                  </a:cubicBezTo>
                  <a:cubicBezTo>
                    <a:pt x="636" y="191"/>
                    <a:pt x="633" y="180"/>
                    <a:pt x="621" y="173"/>
                  </a:cubicBezTo>
                  <a:cubicBezTo>
                    <a:pt x="610" y="165"/>
                    <a:pt x="595" y="161"/>
                    <a:pt x="580" y="161"/>
                  </a:cubicBezTo>
                  <a:cubicBezTo>
                    <a:pt x="561" y="165"/>
                    <a:pt x="561" y="165"/>
                    <a:pt x="561" y="165"/>
                  </a:cubicBezTo>
                  <a:cubicBezTo>
                    <a:pt x="558" y="113"/>
                    <a:pt x="543" y="64"/>
                    <a:pt x="520" y="15"/>
                  </a:cubicBezTo>
                  <a:cubicBezTo>
                    <a:pt x="513" y="4"/>
                    <a:pt x="494" y="-3"/>
                    <a:pt x="479" y="1"/>
                  </a:cubicBezTo>
                  <a:cubicBezTo>
                    <a:pt x="464" y="8"/>
                    <a:pt x="457" y="27"/>
                    <a:pt x="464" y="42"/>
                  </a:cubicBezTo>
                  <a:cubicBezTo>
                    <a:pt x="483" y="83"/>
                    <a:pt x="498" y="128"/>
                    <a:pt x="502" y="173"/>
                  </a:cubicBezTo>
                  <a:cubicBezTo>
                    <a:pt x="479" y="173"/>
                    <a:pt x="479" y="173"/>
                    <a:pt x="479" y="173"/>
                  </a:cubicBezTo>
                  <a:cubicBezTo>
                    <a:pt x="449" y="176"/>
                    <a:pt x="438" y="195"/>
                    <a:pt x="438" y="225"/>
                  </a:cubicBezTo>
                  <a:cubicBezTo>
                    <a:pt x="446" y="277"/>
                    <a:pt x="446" y="277"/>
                    <a:pt x="446" y="277"/>
                  </a:cubicBezTo>
                  <a:cubicBezTo>
                    <a:pt x="457" y="363"/>
                    <a:pt x="427" y="445"/>
                    <a:pt x="367" y="509"/>
                  </a:cubicBezTo>
                  <a:cubicBezTo>
                    <a:pt x="322" y="554"/>
                    <a:pt x="322" y="554"/>
                    <a:pt x="322" y="554"/>
                  </a:cubicBezTo>
                  <a:cubicBezTo>
                    <a:pt x="311" y="547"/>
                    <a:pt x="296" y="539"/>
                    <a:pt x="281" y="539"/>
                  </a:cubicBezTo>
                  <a:lnTo>
                    <a:pt x="281" y="539"/>
                  </a:lnTo>
                  <a:cubicBezTo>
                    <a:pt x="266" y="539"/>
                    <a:pt x="247" y="547"/>
                    <a:pt x="232" y="561"/>
                  </a:cubicBezTo>
                  <a:cubicBezTo>
                    <a:pt x="8" y="786"/>
                    <a:pt x="8" y="786"/>
                    <a:pt x="8" y="786"/>
                  </a:cubicBezTo>
                  <a:cubicBezTo>
                    <a:pt x="-3" y="797"/>
                    <a:pt x="-3" y="816"/>
                    <a:pt x="4" y="827"/>
                  </a:cubicBezTo>
                  <a:cubicBezTo>
                    <a:pt x="15" y="842"/>
                    <a:pt x="38" y="842"/>
                    <a:pt x="49" y="831"/>
                  </a:cubicBezTo>
                  <a:cubicBezTo>
                    <a:pt x="277" y="606"/>
                    <a:pt x="277" y="606"/>
                    <a:pt x="277" y="606"/>
                  </a:cubicBezTo>
                  <a:cubicBezTo>
                    <a:pt x="277" y="603"/>
                    <a:pt x="281" y="599"/>
                    <a:pt x="285" y="603"/>
                  </a:cubicBezTo>
                  <a:cubicBezTo>
                    <a:pt x="610" y="928"/>
                    <a:pt x="610" y="928"/>
                    <a:pt x="610" y="928"/>
                  </a:cubicBezTo>
                  <a:lnTo>
                    <a:pt x="610" y="928"/>
                  </a:lnTo>
                  <a:cubicBezTo>
                    <a:pt x="610" y="931"/>
                    <a:pt x="610" y="931"/>
                    <a:pt x="606" y="935"/>
                  </a:cubicBezTo>
                  <a:cubicBezTo>
                    <a:pt x="393" y="1149"/>
                    <a:pt x="393" y="1149"/>
                    <a:pt x="393" y="1149"/>
                  </a:cubicBezTo>
                  <a:cubicBezTo>
                    <a:pt x="382" y="1160"/>
                    <a:pt x="382" y="1182"/>
                    <a:pt x="393" y="1193"/>
                  </a:cubicBezTo>
                  <a:cubicBezTo>
                    <a:pt x="397" y="1197"/>
                    <a:pt x="404" y="1201"/>
                    <a:pt x="415" y="1201"/>
                  </a:cubicBezTo>
                  <a:cubicBezTo>
                    <a:pt x="423" y="1201"/>
                    <a:pt x="430" y="1197"/>
                    <a:pt x="434" y="1193"/>
                  </a:cubicBezTo>
                  <a:cubicBezTo>
                    <a:pt x="651" y="980"/>
                    <a:pt x="651" y="980"/>
                    <a:pt x="651" y="980"/>
                  </a:cubicBezTo>
                  <a:cubicBezTo>
                    <a:pt x="662" y="965"/>
                    <a:pt x="670" y="947"/>
                    <a:pt x="670" y="928"/>
                  </a:cubicBezTo>
                  <a:cubicBezTo>
                    <a:pt x="670" y="917"/>
                    <a:pt x="666" y="902"/>
                    <a:pt x="658" y="891"/>
                  </a:cubicBezTo>
                  <a:cubicBezTo>
                    <a:pt x="703" y="846"/>
                    <a:pt x="703" y="846"/>
                    <a:pt x="703" y="846"/>
                  </a:cubicBezTo>
                  <a:cubicBezTo>
                    <a:pt x="763" y="786"/>
                    <a:pt x="849" y="756"/>
                    <a:pt x="932" y="767"/>
                  </a:cubicBezTo>
                  <a:cubicBezTo>
                    <a:pt x="988" y="771"/>
                    <a:pt x="988" y="771"/>
                    <a:pt x="988" y="771"/>
                  </a:cubicBezTo>
                  <a:cubicBezTo>
                    <a:pt x="995" y="775"/>
                    <a:pt x="1010" y="775"/>
                    <a:pt x="1021" y="763"/>
                  </a:cubicBezTo>
                  <a:cubicBezTo>
                    <a:pt x="1036" y="752"/>
                    <a:pt x="1036" y="737"/>
                    <a:pt x="1036" y="730"/>
                  </a:cubicBezTo>
                  <a:cubicBezTo>
                    <a:pt x="1040" y="711"/>
                    <a:pt x="1040" y="711"/>
                    <a:pt x="1040" y="711"/>
                  </a:cubicBezTo>
                  <a:cubicBezTo>
                    <a:pt x="1085" y="715"/>
                    <a:pt x="1126" y="726"/>
                    <a:pt x="1167" y="748"/>
                  </a:cubicBezTo>
                  <a:cubicBezTo>
                    <a:pt x="1171" y="748"/>
                    <a:pt x="1178" y="752"/>
                    <a:pt x="1182" y="752"/>
                  </a:cubicBezTo>
                  <a:cubicBezTo>
                    <a:pt x="1193" y="752"/>
                    <a:pt x="1204" y="745"/>
                    <a:pt x="1208" y="733"/>
                  </a:cubicBezTo>
                  <a:cubicBezTo>
                    <a:pt x="1216" y="719"/>
                    <a:pt x="1212" y="700"/>
                    <a:pt x="1197" y="692"/>
                  </a:cubicBezTo>
                  <a:moveTo>
                    <a:pt x="805" y="352"/>
                  </a:moveTo>
                  <a:lnTo>
                    <a:pt x="805" y="352"/>
                  </a:lnTo>
                  <a:cubicBezTo>
                    <a:pt x="857" y="408"/>
                    <a:pt x="857" y="408"/>
                    <a:pt x="857" y="408"/>
                  </a:cubicBezTo>
                  <a:cubicBezTo>
                    <a:pt x="565" y="700"/>
                    <a:pt x="565" y="700"/>
                    <a:pt x="565" y="700"/>
                  </a:cubicBezTo>
                  <a:cubicBezTo>
                    <a:pt x="565" y="700"/>
                    <a:pt x="565" y="704"/>
                    <a:pt x="561" y="704"/>
                  </a:cubicBezTo>
                  <a:lnTo>
                    <a:pt x="561" y="704"/>
                  </a:lnTo>
                  <a:cubicBezTo>
                    <a:pt x="517" y="748"/>
                    <a:pt x="517" y="748"/>
                    <a:pt x="517" y="748"/>
                  </a:cubicBezTo>
                  <a:cubicBezTo>
                    <a:pt x="464" y="692"/>
                    <a:pt x="464" y="692"/>
                    <a:pt x="464" y="692"/>
                  </a:cubicBezTo>
                  <a:cubicBezTo>
                    <a:pt x="509" y="648"/>
                    <a:pt x="509" y="648"/>
                    <a:pt x="509" y="648"/>
                  </a:cubicBezTo>
                  <a:lnTo>
                    <a:pt x="509" y="648"/>
                  </a:lnTo>
                  <a:lnTo>
                    <a:pt x="509" y="648"/>
                  </a:lnTo>
                  <a:lnTo>
                    <a:pt x="805" y="352"/>
                  </a:lnTo>
                  <a:moveTo>
                    <a:pt x="408" y="550"/>
                  </a:moveTo>
                  <a:lnTo>
                    <a:pt x="408" y="550"/>
                  </a:lnTo>
                  <a:cubicBezTo>
                    <a:pt x="483" y="476"/>
                    <a:pt x="517" y="374"/>
                    <a:pt x="505" y="270"/>
                  </a:cubicBezTo>
                  <a:cubicBezTo>
                    <a:pt x="502" y="233"/>
                    <a:pt x="502" y="233"/>
                    <a:pt x="502" y="233"/>
                  </a:cubicBezTo>
                  <a:cubicBezTo>
                    <a:pt x="580" y="225"/>
                    <a:pt x="580" y="225"/>
                    <a:pt x="580" y="225"/>
                  </a:cubicBezTo>
                  <a:cubicBezTo>
                    <a:pt x="584" y="262"/>
                    <a:pt x="584" y="262"/>
                    <a:pt x="584" y="262"/>
                  </a:cubicBezTo>
                  <a:cubicBezTo>
                    <a:pt x="599" y="389"/>
                    <a:pt x="554" y="513"/>
                    <a:pt x="464" y="606"/>
                  </a:cubicBezTo>
                  <a:cubicBezTo>
                    <a:pt x="419" y="651"/>
                    <a:pt x="419" y="651"/>
                    <a:pt x="419" y="651"/>
                  </a:cubicBezTo>
                  <a:cubicBezTo>
                    <a:pt x="363" y="595"/>
                    <a:pt x="363" y="595"/>
                    <a:pt x="363" y="595"/>
                  </a:cubicBezTo>
                  <a:lnTo>
                    <a:pt x="408" y="550"/>
                  </a:lnTo>
                  <a:moveTo>
                    <a:pt x="939" y="704"/>
                  </a:moveTo>
                  <a:lnTo>
                    <a:pt x="939" y="704"/>
                  </a:lnTo>
                  <a:cubicBezTo>
                    <a:pt x="834" y="692"/>
                    <a:pt x="733" y="730"/>
                    <a:pt x="662" y="801"/>
                  </a:cubicBezTo>
                  <a:cubicBezTo>
                    <a:pt x="617" y="846"/>
                    <a:pt x="617" y="846"/>
                    <a:pt x="617" y="846"/>
                  </a:cubicBezTo>
                  <a:cubicBezTo>
                    <a:pt x="561" y="793"/>
                    <a:pt x="561" y="793"/>
                    <a:pt x="561" y="793"/>
                  </a:cubicBezTo>
                  <a:cubicBezTo>
                    <a:pt x="610" y="745"/>
                    <a:pt x="610" y="745"/>
                    <a:pt x="610" y="745"/>
                  </a:cubicBezTo>
                  <a:cubicBezTo>
                    <a:pt x="700" y="655"/>
                    <a:pt x="823" y="614"/>
                    <a:pt x="950" y="629"/>
                  </a:cubicBezTo>
                  <a:cubicBezTo>
                    <a:pt x="988" y="632"/>
                    <a:pt x="988" y="632"/>
                    <a:pt x="988" y="632"/>
                  </a:cubicBezTo>
                  <a:cubicBezTo>
                    <a:pt x="980" y="711"/>
                    <a:pt x="980" y="711"/>
                    <a:pt x="980" y="711"/>
                  </a:cubicBezTo>
                  <a:lnTo>
                    <a:pt x="939" y="704"/>
                  </a:lnTo>
                  <a:close/>
                </a:path>
              </a:pathLst>
            </a:custGeom>
            <a:solidFill>
              <a:schemeClr val="lt1"/>
            </a:solidFill>
            <a:ln>
              <a:noFill/>
            </a:ln>
          </p:spPr>
          <p:txBody>
            <a:bodyPr anchorCtr="1" anchor="ctr" bIns="24600" lIns="49150" spcFirstLastPara="1" rIns="49150" wrap="square" tIns="24600">
              <a:noAutofit/>
            </a:bodyPr>
            <a:lstStyle/>
            <a:p>
              <a:pPr indent="0" lvl="0" marL="0" marR="0" rtl="0" algn="l">
                <a:lnSpc>
                  <a:spcPct val="100000"/>
                </a:lnSpc>
                <a:spcBef>
                  <a:spcPts val="0"/>
                </a:spcBef>
                <a:spcAft>
                  <a:spcPts val="0"/>
                </a:spcAft>
                <a:buClr>
                  <a:srgbClr val="000000"/>
                </a:buClr>
                <a:buSzPts val="983"/>
                <a:buFont typeface="Arial"/>
                <a:buNone/>
              </a:pPr>
              <a:r>
                <a:t/>
              </a:r>
              <a:endParaRPr b="1" i="0" sz="983" u="none" cap="none" strike="noStrike">
                <a:solidFill>
                  <a:srgbClr val="FFFFFF"/>
                </a:solidFill>
                <a:latin typeface="Arial"/>
                <a:ea typeface="Arial"/>
                <a:cs typeface="Arial"/>
                <a:sym typeface="Arial"/>
              </a:endParaRPr>
            </a:p>
          </p:txBody>
        </p:sp>
      </p:grpSp>
      <p:grpSp>
        <p:nvGrpSpPr>
          <p:cNvPr id="507" name="Google Shape;507;p43"/>
          <p:cNvGrpSpPr/>
          <p:nvPr/>
        </p:nvGrpSpPr>
        <p:grpSpPr>
          <a:xfrm>
            <a:off x="126967" y="1698776"/>
            <a:ext cx="268559" cy="268477"/>
            <a:chOff x="2241471" y="2731226"/>
            <a:chExt cx="491957" cy="491716"/>
          </a:xfrm>
        </p:grpSpPr>
        <p:sp>
          <p:nvSpPr>
            <p:cNvPr id="508" name="Google Shape;508;p43"/>
            <p:cNvSpPr/>
            <p:nvPr/>
          </p:nvSpPr>
          <p:spPr>
            <a:xfrm>
              <a:off x="2395709" y="2805986"/>
              <a:ext cx="183717" cy="164141"/>
            </a:xfrm>
            <a:custGeom>
              <a:rect b="b" l="l" r="r" t="t"/>
              <a:pathLst>
                <a:path extrusionOk="0" h="696" w="779">
                  <a:moveTo>
                    <a:pt x="756" y="524"/>
                  </a:moveTo>
                  <a:lnTo>
                    <a:pt x="756" y="524"/>
                  </a:lnTo>
                  <a:cubicBezTo>
                    <a:pt x="468" y="49"/>
                    <a:pt x="468" y="49"/>
                    <a:pt x="468" y="49"/>
                  </a:cubicBezTo>
                  <a:cubicBezTo>
                    <a:pt x="453" y="19"/>
                    <a:pt x="423" y="0"/>
                    <a:pt x="389" y="0"/>
                  </a:cubicBezTo>
                  <a:cubicBezTo>
                    <a:pt x="359" y="0"/>
                    <a:pt x="329" y="19"/>
                    <a:pt x="311" y="49"/>
                  </a:cubicBezTo>
                  <a:cubicBezTo>
                    <a:pt x="23" y="524"/>
                    <a:pt x="23" y="524"/>
                    <a:pt x="23" y="524"/>
                  </a:cubicBezTo>
                  <a:cubicBezTo>
                    <a:pt x="-4" y="565"/>
                    <a:pt x="-7" y="610"/>
                    <a:pt x="12" y="644"/>
                  </a:cubicBezTo>
                  <a:cubicBezTo>
                    <a:pt x="30" y="677"/>
                    <a:pt x="64" y="696"/>
                    <a:pt x="109" y="696"/>
                  </a:cubicBezTo>
                  <a:cubicBezTo>
                    <a:pt x="202" y="696"/>
                    <a:pt x="296" y="696"/>
                    <a:pt x="389" y="696"/>
                  </a:cubicBezTo>
                  <a:cubicBezTo>
                    <a:pt x="483" y="696"/>
                    <a:pt x="576" y="696"/>
                    <a:pt x="670" y="696"/>
                  </a:cubicBezTo>
                  <a:cubicBezTo>
                    <a:pt x="714" y="696"/>
                    <a:pt x="748" y="677"/>
                    <a:pt x="767" y="644"/>
                  </a:cubicBezTo>
                  <a:cubicBezTo>
                    <a:pt x="786" y="610"/>
                    <a:pt x="782" y="565"/>
                    <a:pt x="756" y="524"/>
                  </a:cubicBezTo>
                  <a:moveTo>
                    <a:pt x="714" y="614"/>
                  </a:moveTo>
                  <a:lnTo>
                    <a:pt x="714" y="614"/>
                  </a:lnTo>
                  <a:cubicBezTo>
                    <a:pt x="703" y="632"/>
                    <a:pt x="685" y="632"/>
                    <a:pt x="670" y="632"/>
                  </a:cubicBezTo>
                  <a:cubicBezTo>
                    <a:pt x="486" y="632"/>
                    <a:pt x="296" y="632"/>
                    <a:pt x="109" y="632"/>
                  </a:cubicBezTo>
                  <a:cubicBezTo>
                    <a:pt x="97" y="632"/>
                    <a:pt x="75" y="632"/>
                    <a:pt x="68" y="614"/>
                  </a:cubicBezTo>
                  <a:cubicBezTo>
                    <a:pt x="56" y="599"/>
                    <a:pt x="60" y="576"/>
                    <a:pt x="75" y="554"/>
                  </a:cubicBezTo>
                  <a:cubicBezTo>
                    <a:pt x="363" y="79"/>
                    <a:pt x="363" y="79"/>
                    <a:pt x="363" y="79"/>
                  </a:cubicBezTo>
                  <a:cubicBezTo>
                    <a:pt x="371" y="68"/>
                    <a:pt x="378" y="64"/>
                    <a:pt x="389" y="64"/>
                  </a:cubicBezTo>
                  <a:cubicBezTo>
                    <a:pt x="400" y="64"/>
                    <a:pt x="411" y="68"/>
                    <a:pt x="419" y="79"/>
                  </a:cubicBezTo>
                  <a:cubicBezTo>
                    <a:pt x="703" y="554"/>
                    <a:pt x="703" y="554"/>
                    <a:pt x="703" y="554"/>
                  </a:cubicBezTo>
                  <a:cubicBezTo>
                    <a:pt x="718" y="576"/>
                    <a:pt x="722" y="599"/>
                    <a:pt x="714" y="614"/>
                  </a:cubicBezTo>
                  <a:close/>
                </a:path>
              </a:pathLst>
            </a:custGeom>
            <a:solidFill>
              <a:schemeClr val="lt1"/>
            </a:solidFill>
            <a:ln>
              <a:noFill/>
            </a:ln>
          </p:spPr>
          <p:txBody>
            <a:bodyPr anchorCtr="1" anchor="ctr" bIns="24575" lIns="49125" spcFirstLastPara="1" rIns="49125" wrap="square" tIns="24575">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sp>
          <p:nvSpPr>
            <p:cNvPr id="509" name="Google Shape;509;p43"/>
            <p:cNvSpPr/>
            <p:nvPr/>
          </p:nvSpPr>
          <p:spPr>
            <a:xfrm>
              <a:off x="2467875" y="2862822"/>
              <a:ext cx="34668" cy="72873"/>
            </a:xfrm>
            <a:custGeom>
              <a:rect b="b" l="l" r="r" t="t"/>
              <a:pathLst>
                <a:path extrusionOk="0" h="309" w="147">
                  <a:moveTo>
                    <a:pt x="105" y="122"/>
                  </a:moveTo>
                  <a:lnTo>
                    <a:pt x="105" y="122"/>
                  </a:lnTo>
                  <a:cubicBezTo>
                    <a:pt x="83" y="122"/>
                    <a:pt x="83" y="122"/>
                    <a:pt x="83" y="122"/>
                  </a:cubicBezTo>
                  <a:cubicBezTo>
                    <a:pt x="136" y="48"/>
                    <a:pt x="136" y="48"/>
                    <a:pt x="136" y="48"/>
                  </a:cubicBezTo>
                  <a:cubicBezTo>
                    <a:pt x="143" y="36"/>
                    <a:pt x="143" y="21"/>
                    <a:pt x="132" y="10"/>
                  </a:cubicBezTo>
                  <a:cubicBezTo>
                    <a:pt x="117" y="-5"/>
                    <a:pt x="94" y="-1"/>
                    <a:pt x="83" y="14"/>
                  </a:cubicBezTo>
                  <a:cubicBezTo>
                    <a:pt x="9" y="122"/>
                    <a:pt x="9" y="122"/>
                    <a:pt x="9" y="122"/>
                  </a:cubicBezTo>
                  <a:cubicBezTo>
                    <a:pt x="5" y="130"/>
                    <a:pt x="-7" y="144"/>
                    <a:pt x="5" y="167"/>
                  </a:cubicBezTo>
                  <a:cubicBezTo>
                    <a:pt x="9" y="175"/>
                    <a:pt x="16" y="186"/>
                    <a:pt x="38" y="186"/>
                  </a:cubicBezTo>
                  <a:cubicBezTo>
                    <a:pt x="65" y="186"/>
                    <a:pt x="65" y="186"/>
                    <a:pt x="65" y="186"/>
                  </a:cubicBezTo>
                  <a:cubicBezTo>
                    <a:pt x="12" y="260"/>
                    <a:pt x="12" y="260"/>
                    <a:pt x="12" y="260"/>
                  </a:cubicBezTo>
                  <a:cubicBezTo>
                    <a:pt x="5" y="272"/>
                    <a:pt x="5" y="291"/>
                    <a:pt x="16" y="298"/>
                  </a:cubicBezTo>
                  <a:cubicBezTo>
                    <a:pt x="20" y="305"/>
                    <a:pt x="27" y="309"/>
                    <a:pt x="35" y="309"/>
                  </a:cubicBezTo>
                  <a:cubicBezTo>
                    <a:pt x="46" y="309"/>
                    <a:pt x="57" y="302"/>
                    <a:pt x="61" y="294"/>
                  </a:cubicBezTo>
                  <a:cubicBezTo>
                    <a:pt x="136" y="186"/>
                    <a:pt x="136" y="186"/>
                    <a:pt x="136" y="186"/>
                  </a:cubicBezTo>
                  <a:cubicBezTo>
                    <a:pt x="139" y="178"/>
                    <a:pt x="154" y="163"/>
                    <a:pt x="143" y="141"/>
                  </a:cubicBezTo>
                  <a:cubicBezTo>
                    <a:pt x="139" y="133"/>
                    <a:pt x="128" y="122"/>
                    <a:pt x="105" y="122"/>
                  </a:cubicBezTo>
                  <a:close/>
                </a:path>
              </a:pathLst>
            </a:custGeom>
            <a:solidFill>
              <a:schemeClr val="lt1"/>
            </a:solidFill>
            <a:ln>
              <a:noFill/>
            </a:ln>
          </p:spPr>
          <p:txBody>
            <a:bodyPr anchorCtr="1" anchor="ctr" bIns="24575" lIns="49125" spcFirstLastPara="1" rIns="49125" wrap="square" tIns="24575">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sp>
          <p:nvSpPr>
            <p:cNvPr id="510" name="Google Shape;510;p43"/>
            <p:cNvSpPr/>
            <p:nvPr/>
          </p:nvSpPr>
          <p:spPr>
            <a:xfrm>
              <a:off x="2318119" y="2769903"/>
              <a:ext cx="158011" cy="358705"/>
            </a:xfrm>
            <a:custGeom>
              <a:rect b="b" l="l" r="r" t="t"/>
              <a:pathLst>
                <a:path extrusionOk="0" h="1521" w="670">
                  <a:moveTo>
                    <a:pt x="640" y="1461"/>
                  </a:moveTo>
                  <a:lnTo>
                    <a:pt x="640" y="1461"/>
                  </a:lnTo>
                  <a:cubicBezTo>
                    <a:pt x="64" y="1461"/>
                    <a:pt x="64" y="1461"/>
                    <a:pt x="64" y="1461"/>
                  </a:cubicBezTo>
                  <a:cubicBezTo>
                    <a:pt x="64" y="965"/>
                    <a:pt x="64" y="965"/>
                    <a:pt x="64" y="965"/>
                  </a:cubicBezTo>
                  <a:cubicBezTo>
                    <a:pt x="142" y="965"/>
                    <a:pt x="142" y="965"/>
                    <a:pt x="142" y="965"/>
                  </a:cubicBezTo>
                  <a:cubicBezTo>
                    <a:pt x="183" y="965"/>
                    <a:pt x="217" y="931"/>
                    <a:pt x="217" y="890"/>
                  </a:cubicBezTo>
                  <a:cubicBezTo>
                    <a:pt x="217" y="621"/>
                    <a:pt x="217" y="621"/>
                    <a:pt x="217" y="621"/>
                  </a:cubicBezTo>
                  <a:cubicBezTo>
                    <a:pt x="217" y="576"/>
                    <a:pt x="183" y="542"/>
                    <a:pt x="142" y="542"/>
                  </a:cubicBezTo>
                  <a:cubicBezTo>
                    <a:pt x="64" y="542"/>
                    <a:pt x="64" y="542"/>
                    <a:pt x="64" y="542"/>
                  </a:cubicBezTo>
                  <a:cubicBezTo>
                    <a:pt x="64" y="60"/>
                    <a:pt x="64" y="60"/>
                    <a:pt x="64" y="60"/>
                  </a:cubicBezTo>
                  <a:cubicBezTo>
                    <a:pt x="640" y="60"/>
                    <a:pt x="640" y="60"/>
                    <a:pt x="640" y="60"/>
                  </a:cubicBezTo>
                  <a:cubicBezTo>
                    <a:pt x="655" y="60"/>
                    <a:pt x="670" y="49"/>
                    <a:pt x="670" y="34"/>
                  </a:cubicBezTo>
                  <a:cubicBezTo>
                    <a:pt x="673" y="15"/>
                    <a:pt x="658" y="0"/>
                    <a:pt x="640" y="0"/>
                  </a:cubicBezTo>
                  <a:cubicBezTo>
                    <a:pt x="34" y="0"/>
                    <a:pt x="34" y="0"/>
                    <a:pt x="34" y="0"/>
                  </a:cubicBezTo>
                  <a:cubicBezTo>
                    <a:pt x="15" y="0"/>
                    <a:pt x="0" y="15"/>
                    <a:pt x="0" y="30"/>
                  </a:cubicBezTo>
                  <a:cubicBezTo>
                    <a:pt x="0" y="1491"/>
                    <a:pt x="0" y="1491"/>
                    <a:pt x="0" y="1491"/>
                  </a:cubicBezTo>
                  <a:cubicBezTo>
                    <a:pt x="0" y="1510"/>
                    <a:pt x="15" y="1521"/>
                    <a:pt x="34" y="1521"/>
                  </a:cubicBezTo>
                  <a:cubicBezTo>
                    <a:pt x="640" y="1521"/>
                    <a:pt x="640" y="1521"/>
                    <a:pt x="640" y="1521"/>
                  </a:cubicBezTo>
                  <a:cubicBezTo>
                    <a:pt x="655" y="1521"/>
                    <a:pt x="670" y="1510"/>
                    <a:pt x="670" y="1495"/>
                  </a:cubicBezTo>
                  <a:cubicBezTo>
                    <a:pt x="673" y="1476"/>
                    <a:pt x="658" y="1461"/>
                    <a:pt x="640" y="1461"/>
                  </a:cubicBezTo>
                  <a:moveTo>
                    <a:pt x="142" y="602"/>
                  </a:moveTo>
                  <a:lnTo>
                    <a:pt x="142" y="602"/>
                  </a:lnTo>
                  <a:cubicBezTo>
                    <a:pt x="150" y="602"/>
                    <a:pt x="157" y="610"/>
                    <a:pt x="157" y="621"/>
                  </a:cubicBezTo>
                  <a:cubicBezTo>
                    <a:pt x="157" y="890"/>
                    <a:pt x="157" y="890"/>
                    <a:pt x="157" y="890"/>
                  </a:cubicBezTo>
                  <a:cubicBezTo>
                    <a:pt x="157" y="897"/>
                    <a:pt x="150" y="905"/>
                    <a:pt x="142" y="905"/>
                  </a:cubicBezTo>
                  <a:cubicBezTo>
                    <a:pt x="64" y="905"/>
                    <a:pt x="64" y="905"/>
                    <a:pt x="64" y="905"/>
                  </a:cubicBezTo>
                  <a:cubicBezTo>
                    <a:pt x="64" y="602"/>
                    <a:pt x="64" y="602"/>
                    <a:pt x="64" y="602"/>
                  </a:cubicBezTo>
                  <a:lnTo>
                    <a:pt x="142" y="602"/>
                  </a:lnTo>
                  <a:close/>
                </a:path>
              </a:pathLst>
            </a:custGeom>
            <a:solidFill>
              <a:schemeClr val="lt1"/>
            </a:solidFill>
            <a:ln>
              <a:noFill/>
            </a:ln>
          </p:spPr>
          <p:txBody>
            <a:bodyPr anchorCtr="1" anchor="ctr" bIns="24575" lIns="49125" spcFirstLastPara="1" rIns="49125" wrap="square" tIns="24575">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sp>
          <p:nvSpPr>
            <p:cNvPr id="511" name="Google Shape;511;p43"/>
            <p:cNvSpPr/>
            <p:nvPr/>
          </p:nvSpPr>
          <p:spPr>
            <a:xfrm>
              <a:off x="2496176" y="2769903"/>
              <a:ext cx="160605" cy="358705"/>
            </a:xfrm>
            <a:custGeom>
              <a:rect b="b" l="l" r="r" t="t"/>
              <a:pathLst>
                <a:path extrusionOk="0" h="1521" w="681">
                  <a:moveTo>
                    <a:pt x="651" y="0"/>
                  </a:moveTo>
                  <a:lnTo>
                    <a:pt x="651" y="0"/>
                  </a:lnTo>
                  <a:cubicBezTo>
                    <a:pt x="30" y="0"/>
                    <a:pt x="30" y="0"/>
                    <a:pt x="30" y="0"/>
                  </a:cubicBezTo>
                  <a:cubicBezTo>
                    <a:pt x="16" y="0"/>
                    <a:pt x="1" y="12"/>
                    <a:pt x="1" y="26"/>
                  </a:cubicBezTo>
                  <a:cubicBezTo>
                    <a:pt x="-3" y="45"/>
                    <a:pt x="12" y="60"/>
                    <a:pt x="30" y="60"/>
                  </a:cubicBezTo>
                  <a:cubicBezTo>
                    <a:pt x="621" y="60"/>
                    <a:pt x="621" y="60"/>
                    <a:pt x="621" y="60"/>
                  </a:cubicBezTo>
                  <a:cubicBezTo>
                    <a:pt x="621" y="1461"/>
                    <a:pt x="621" y="1461"/>
                    <a:pt x="621" y="1461"/>
                  </a:cubicBezTo>
                  <a:cubicBezTo>
                    <a:pt x="30" y="1461"/>
                    <a:pt x="30" y="1461"/>
                    <a:pt x="30" y="1461"/>
                  </a:cubicBezTo>
                  <a:cubicBezTo>
                    <a:pt x="16" y="1461"/>
                    <a:pt x="1" y="1473"/>
                    <a:pt x="1" y="1487"/>
                  </a:cubicBezTo>
                  <a:cubicBezTo>
                    <a:pt x="-3" y="1506"/>
                    <a:pt x="12" y="1521"/>
                    <a:pt x="30" y="1521"/>
                  </a:cubicBezTo>
                  <a:cubicBezTo>
                    <a:pt x="651" y="1521"/>
                    <a:pt x="651" y="1521"/>
                    <a:pt x="651" y="1521"/>
                  </a:cubicBezTo>
                  <a:cubicBezTo>
                    <a:pt x="666" y="1521"/>
                    <a:pt x="681" y="1510"/>
                    <a:pt x="681" y="1491"/>
                  </a:cubicBezTo>
                  <a:cubicBezTo>
                    <a:pt x="681" y="30"/>
                    <a:pt x="681" y="30"/>
                    <a:pt x="681" y="30"/>
                  </a:cubicBezTo>
                  <a:cubicBezTo>
                    <a:pt x="681" y="15"/>
                    <a:pt x="666" y="0"/>
                    <a:pt x="651" y="0"/>
                  </a:cubicBezTo>
                  <a:close/>
                </a:path>
              </a:pathLst>
            </a:custGeom>
            <a:solidFill>
              <a:schemeClr val="lt1"/>
            </a:solidFill>
            <a:ln>
              <a:noFill/>
            </a:ln>
          </p:spPr>
          <p:txBody>
            <a:bodyPr anchorCtr="1" anchor="ctr" bIns="24575" lIns="49125" spcFirstLastPara="1" rIns="49125" wrap="square" tIns="24575">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sp>
          <p:nvSpPr>
            <p:cNvPr id="512" name="Google Shape;512;p43"/>
            <p:cNvSpPr/>
            <p:nvPr/>
          </p:nvSpPr>
          <p:spPr>
            <a:xfrm>
              <a:off x="2401133" y="2984278"/>
              <a:ext cx="47639" cy="47639"/>
            </a:xfrm>
            <a:custGeom>
              <a:rect b="b" l="l" r="r" t="t"/>
              <a:pathLst>
                <a:path extrusionOk="0" h="202" w="202">
                  <a:moveTo>
                    <a:pt x="202" y="101"/>
                  </a:moveTo>
                  <a:lnTo>
                    <a:pt x="202" y="101"/>
                  </a:lnTo>
                  <a:cubicBezTo>
                    <a:pt x="202" y="45"/>
                    <a:pt x="157" y="0"/>
                    <a:pt x="101" y="0"/>
                  </a:cubicBezTo>
                  <a:cubicBezTo>
                    <a:pt x="45" y="0"/>
                    <a:pt x="0" y="45"/>
                    <a:pt x="0" y="101"/>
                  </a:cubicBezTo>
                  <a:cubicBezTo>
                    <a:pt x="0" y="157"/>
                    <a:pt x="45" y="202"/>
                    <a:pt x="101" y="202"/>
                  </a:cubicBezTo>
                  <a:cubicBezTo>
                    <a:pt x="157" y="202"/>
                    <a:pt x="202" y="157"/>
                    <a:pt x="202" y="101"/>
                  </a:cubicBezTo>
                  <a:moveTo>
                    <a:pt x="60" y="101"/>
                  </a:moveTo>
                  <a:lnTo>
                    <a:pt x="60" y="101"/>
                  </a:lnTo>
                  <a:cubicBezTo>
                    <a:pt x="60" y="78"/>
                    <a:pt x="78" y="60"/>
                    <a:pt x="101" y="60"/>
                  </a:cubicBezTo>
                  <a:cubicBezTo>
                    <a:pt x="123" y="60"/>
                    <a:pt x="142" y="78"/>
                    <a:pt x="142" y="101"/>
                  </a:cubicBezTo>
                  <a:cubicBezTo>
                    <a:pt x="142" y="123"/>
                    <a:pt x="123" y="142"/>
                    <a:pt x="101" y="142"/>
                  </a:cubicBezTo>
                  <a:cubicBezTo>
                    <a:pt x="78" y="142"/>
                    <a:pt x="60" y="123"/>
                    <a:pt x="60" y="101"/>
                  </a:cubicBezTo>
                  <a:close/>
                </a:path>
              </a:pathLst>
            </a:custGeom>
            <a:solidFill>
              <a:schemeClr val="lt1"/>
            </a:solidFill>
            <a:ln>
              <a:noFill/>
            </a:ln>
          </p:spPr>
          <p:txBody>
            <a:bodyPr anchorCtr="1" anchor="ctr" bIns="15125" lIns="49125" spcFirstLastPara="1" rIns="49125" wrap="square" tIns="15125">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sp>
          <p:nvSpPr>
            <p:cNvPr id="513" name="Google Shape;513;p43"/>
            <p:cNvSpPr/>
            <p:nvPr/>
          </p:nvSpPr>
          <p:spPr>
            <a:xfrm>
              <a:off x="2526363" y="2984278"/>
              <a:ext cx="47639" cy="47639"/>
            </a:xfrm>
            <a:custGeom>
              <a:rect b="b" l="l" r="r" t="t"/>
              <a:pathLst>
                <a:path extrusionOk="0" h="202" w="202">
                  <a:moveTo>
                    <a:pt x="202" y="101"/>
                  </a:moveTo>
                  <a:lnTo>
                    <a:pt x="202" y="101"/>
                  </a:lnTo>
                  <a:cubicBezTo>
                    <a:pt x="202" y="45"/>
                    <a:pt x="157" y="0"/>
                    <a:pt x="101" y="0"/>
                  </a:cubicBezTo>
                  <a:cubicBezTo>
                    <a:pt x="44" y="0"/>
                    <a:pt x="0" y="45"/>
                    <a:pt x="0" y="101"/>
                  </a:cubicBezTo>
                  <a:cubicBezTo>
                    <a:pt x="0" y="157"/>
                    <a:pt x="44" y="202"/>
                    <a:pt x="101" y="202"/>
                  </a:cubicBezTo>
                  <a:cubicBezTo>
                    <a:pt x="157" y="202"/>
                    <a:pt x="202" y="157"/>
                    <a:pt x="202" y="101"/>
                  </a:cubicBezTo>
                  <a:moveTo>
                    <a:pt x="60" y="101"/>
                  </a:moveTo>
                  <a:lnTo>
                    <a:pt x="60" y="101"/>
                  </a:lnTo>
                  <a:cubicBezTo>
                    <a:pt x="60" y="78"/>
                    <a:pt x="78" y="60"/>
                    <a:pt x="101" y="60"/>
                  </a:cubicBezTo>
                  <a:cubicBezTo>
                    <a:pt x="123" y="60"/>
                    <a:pt x="142" y="78"/>
                    <a:pt x="142" y="101"/>
                  </a:cubicBezTo>
                  <a:cubicBezTo>
                    <a:pt x="142" y="123"/>
                    <a:pt x="123" y="142"/>
                    <a:pt x="101" y="142"/>
                  </a:cubicBezTo>
                  <a:cubicBezTo>
                    <a:pt x="78" y="142"/>
                    <a:pt x="60" y="123"/>
                    <a:pt x="60" y="101"/>
                  </a:cubicBezTo>
                  <a:close/>
                </a:path>
              </a:pathLst>
            </a:custGeom>
            <a:solidFill>
              <a:schemeClr val="lt1"/>
            </a:solidFill>
            <a:ln>
              <a:noFill/>
            </a:ln>
          </p:spPr>
          <p:txBody>
            <a:bodyPr anchorCtr="1" anchor="ctr" bIns="15125" lIns="49125" spcFirstLastPara="1" rIns="49125" wrap="square" tIns="15125">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sp>
          <p:nvSpPr>
            <p:cNvPr id="514" name="Google Shape;514;p43"/>
            <p:cNvSpPr/>
            <p:nvPr/>
          </p:nvSpPr>
          <p:spPr>
            <a:xfrm>
              <a:off x="2374248" y="3046539"/>
              <a:ext cx="234422" cy="45988"/>
            </a:xfrm>
            <a:custGeom>
              <a:rect b="b" l="l" r="r" t="t"/>
              <a:pathLst>
                <a:path extrusionOk="0" h="195" w="994">
                  <a:moveTo>
                    <a:pt x="99" y="195"/>
                  </a:moveTo>
                  <a:lnTo>
                    <a:pt x="99" y="195"/>
                  </a:lnTo>
                  <a:cubicBezTo>
                    <a:pt x="895" y="195"/>
                    <a:pt x="895" y="195"/>
                    <a:pt x="895" y="195"/>
                  </a:cubicBezTo>
                  <a:cubicBezTo>
                    <a:pt x="940" y="195"/>
                    <a:pt x="985" y="157"/>
                    <a:pt x="992" y="113"/>
                  </a:cubicBezTo>
                  <a:cubicBezTo>
                    <a:pt x="1004" y="53"/>
                    <a:pt x="955" y="0"/>
                    <a:pt x="899" y="0"/>
                  </a:cubicBezTo>
                  <a:cubicBezTo>
                    <a:pt x="99" y="0"/>
                    <a:pt x="99" y="0"/>
                    <a:pt x="99" y="0"/>
                  </a:cubicBezTo>
                  <a:cubicBezTo>
                    <a:pt x="39" y="0"/>
                    <a:pt x="-10" y="53"/>
                    <a:pt x="2" y="113"/>
                  </a:cubicBezTo>
                  <a:cubicBezTo>
                    <a:pt x="9" y="157"/>
                    <a:pt x="54" y="195"/>
                    <a:pt x="99" y="195"/>
                  </a:cubicBezTo>
                  <a:moveTo>
                    <a:pt x="899" y="135"/>
                  </a:moveTo>
                  <a:lnTo>
                    <a:pt x="899" y="135"/>
                  </a:lnTo>
                  <a:cubicBezTo>
                    <a:pt x="95" y="135"/>
                    <a:pt x="95" y="135"/>
                    <a:pt x="95" y="135"/>
                  </a:cubicBezTo>
                  <a:cubicBezTo>
                    <a:pt x="80" y="135"/>
                    <a:pt x="61" y="124"/>
                    <a:pt x="58" y="105"/>
                  </a:cubicBezTo>
                  <a:cubicBezTo>
                    <a:pt x="54" y="82"/>
                    <a:pt x="73" y="60"/>
                    <a:pt x="95" y="60"/>
                  </a:cubicBezTo>
                  <a:cubicBezTo>
                    <a:pt x="899" y="60"/>
                    <a:pt x="899" y="60"/>
                    <a:pt x="899" y="60"/>
                  </a:cubicBezTo>
                  <a:cubicBezTo>
                    <a:pt x="921" y="60"/>
                    <a:pt x="940" y="82"/>
                    <a:pt x="936" y="105"/>
                  </a:cubicBezTo>
                  <a:cubicBezTo>
                    <a:pt x="933" y="124"/>
                    <a:pt x="918" y="135"/>
                    <a:pt x="899" y="135"/>
                  </a:cubicBezTo>
                  <a:close/>
                </a:path>
              </a:pathLst>
            </a:custGeom>
            <a:solidFill>
              <a:schemeClr val="lt1"/>
            </a:solidFill>
            <a:ln>
              <a:noFill/>
            </a:ln>
          </p:spPr>
          <p:txBody>
            <a:bodyPr anchorCtr="1" anchor="ctr" bIns="13750" lIns="49125" spcFirstLastPara="1" rIns="49125" wrap="square" tIns="13750">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sp>
          <p:nvSpPr>
            <p:cNvPr id="515" name="Google Shape;515;p43"/>
            <p:cNvSpPr/>
            <p:nvPr/>
          </p:nvSpPr>
          <p:spPr>
            <a:xfrm>
              <a:off x="2241471" y="2731226"/>
              <a:ext cx="491957" cy="491716"/>
            </a:xfrm>
            <a:custGeom>
              <a:rect b="b" l="l" r="r" t="t"/>
              <a:pathLst>
                <a:path extrusionOk="0" h="2085" w="2086">
                  <a:moveTo>
                    <a:pt x="1974" y="572"/>
                  </a:moveTo>
                  <a:lnTo>
                    <a:pt x="1974" y="572"/>
                  </a:lnTo>
                  <a:cubicBezTo>
                    <a:pt x="1926" y="572"/>
                    <a:pt x="1926" y="572"/>
                    <a:pt x="1926" y="572"/>
                  </a:cubicBezTo>
                  <a:cubicBezTo>
                    <a:pt x="1926" y="86"/>
                    <a:pt x="1926" y="86"/>
                    <a:pt x="1926" y="86"/>
                  </a:cubicBezTo>
                  <a:cubicBezTo>
                    <a:pt x="1926" y="37"/>
                    <a:pt x="1888" y="0"/>
                    <a:pt x="1843" y="0"/>
                  </a:cubicBezTo>
                  <a:cubicBezTo>
                    <a:pt x="224" y="0"/>
                    <a:pt x="224" y="0"/>
                    <a:pt x="224" y="0"/>
                  </a:cubicBezTo>
                  <a:cubicBezTo>
                    <a:pt x="191" y="0"/>
                    <a:pt x="164" y="29"/>
                    <a:pt x="164" y="63"/>
                  </a:cubicBezTo>
                  <a:cubicBezTo>
                    <a:pt x="164" y="572"/>
                    <a:pt x="164" y="572"/>
                    <a:pt x="164" y="572"/>
                  </a:cubicBezTo>
                  <a:cubicBezTo>
                    <a:pt x="82" y="572"/>
                    <a:pt x="82" y="572"/>
                    <a:pt x="82" y="572"/>
                  </a:cubicBezTo>
                  <a:cubicBezTo>
                    <a:pt x="37" y="572"/>
                    <a:pt x="0" y="609"/>
                    <a:pt x="0" y="654"/>
                  </a:cubicBezTo>
                  <a:cubicBezTo>
                    <a:pt x="0" y="1166"/>
                    <a:pt x="0" y="1166"/>
                    <a:pt x="0" y="1166"/>
                  </a:cubicBezTo>
                  <a:cubicBezTo>
                    <a:pt x="0" y="1230"/>
                    <a:pt x="52" y="1282"/>
                    <a:pt x="116" y="1282"/>
                  </a:cubicBezTo>
                  <a:cubicBezTo>
                    <a:pt x="164" y="1282"/>
                    <a:pt x="164" y="1282"/>
                    <a:pt x="164" y="1282"/>
                  </a:cubicBezTo>
                  <a:cubicBezTo>
                    <a:pt x="164" y="1767"/>
                    <a:pt x="164" y="1767"/>
                    <a:pt x="164" y="1767"/>
                  </a:cubicBezTo>
                  <a:cubicBezTo>
                    <a:pt x="164" y="1812"/>
                    <a:pt x="202" y="1849"/>
                    <a:pt x="247" y="1849"/>
                  </a:cubicBezTo>
                  <a:cubicBezTo>
                    <a:pt x="367" y="1849"/>
                    <a:pt x="367" y="1849"/>
                    <a:pt x="367" y="1849"/>
                  </a:cubicBezTo>
                  <a:cubicBezTo>
                    <a:pt x="367" y="2052"/>
                    <a:pt x="367" y="2052"/>
                    <a:pt x="367" y="2052"/>
                  </a:cubicBezTo>
                  <a:cubicBezTo>
                    <a:pt x="367" y="2066"/>
                    <a:pt x="378" y="2081"/>
                    <a:pt x="396" y="2085"/>
                  </a:cubicBezTo>
                  <a:cubicBezTo>
                    <a:pt x="415" y="2085"/>
                    <a:pt x="430" y="2070"/>
                    <a:pt x="430" y="2052"/>
                  </a:cubicBezTo>
                  <a:cubicBezTo>
                    <a:pt x="430" y="1849"/>
                    <a:pt x="430" y="1849"/>
                    <a:pt x="430" y="1849"/>
                  </a:cubicBezTo>
                  <a:cubicBezTo>
                    <a:pt x="583" y="1849"/>
                    <a:pt x="583" y="1849"/>
                    <a:pt x="583" y="1849"/>
                  </a:cubicBezTo>
                  <a:cubicBezTo>
                    <a:pt x="583" y="2052"/>
                    <a:pt x="583" y="2052"/>
                    <a:pt x="583" y="2052"/>
                  </a:cubicBezTo>
                  <a:cubicBezTo>
                    <a:pt x="583" y="2066"/>
                    <a:pt x="594" y="2081"/>
                    <a:pt x="610" y="2085"/>
                  </a:cubicBezTo>
                  <a:cubicBezTo>
                    <a:pt x="628" y="2085"/>
                    <a:pt x="643" y="2070"/>
                    <a:pt x="643" y="2052"/>
                  </a:cubicBezTo>
                  <a:cubicBezTo>
                    <a:pt x="643" y="1849"/>
                    <a:pt x="643" y="1849"/>
                    <a:pt x="643" y="1849"/>
                  </a:cubicBezTo>
                  <a:cubicBezTo>
                    <a:pt x="905" y="1849"/>
                    <a:pt x="905" y="1849"/>
                    <a:pt x="905" y="1849"/>
                  </a:cubicBezTo>
                  <a:cubicBezTo>
                    <a:pt x="905" y="2052"/>
                    <a:pt x="905" y="2052"/>
                    <a:pt x="905" y="2052"/>
                  </a:cubicBezTo>
                  <a:cubicBezTo>
                    <a:pt x="905" y="2066"/>
                    <a:pt x="916" y="2081"/>
                    <a:pt x="931" y="2085"/>
                  </a:cubicBezTo>
                  <a:cubicBezTo>
                    <a:pt x="950" y="2085"/>
                    <a:pt x="969" y="2070"/>
                    <a:pt x="969" y="2052"/>
                  </a:cubicBezTo>
                  <a:cubicBezTo>
                    <a:pt x="969" y="1849"/>
                    <a:pt x="969" y="1849"/>
                    <a:pt x="969" y="1849"/>
                  </a:cubicBezTo>
                  <a:cubicBezTo>
                    <a:pt x="1122" y="1849"/>
                    <a:pt x="1122" y="1849"/>
                    <a:pt x="1122" y="1849"/>
                  </a:cubicBezTo>
                  <a:cubicBezTo>
                    <a:pt x="1122" y="2052"/>
                    <a:pt x="1122" y="2052"/>
                    <a:pt x="1122" y="2052"/>
                  </a:cubicBezTo>
                  <a:cubicBezTo>
                    <a:pt x="1122" y="2066"/>
                    <a:pt x="1133" y="2081"/>
                    <a:pt x="1148" y="2085"/>
                  </a:cubicBezTo>
                  <a:cubicBezTo>
                    <a:pt x="1167" y="2085"/>
                    <a:pt x="1181" y="2070"/>
                    <a:pt x="1181" y="2052"/>
                  </a:cubicBezTo>
                  <a:cubicBezTo>
                    <a:pt x="1181" y="1849"/>
                    <a:pt x="1181" y="1849"/>
                    <a:pt x="1181" y="1849"/>
                  </a:cubicBezTo>
                  <a:cubicBezTo>
                    <a:pt x="1443" y="1849"/>
                    <a:pt x="1443" y="1849"/>
                    <a:pt x="1443" y="1849"/>
                  </a:cubicBezTo>
                  <a:cubicBezTo>
                    <a:pt x="1443" y="2052"/>
                    <a:pt x="1443" y="2052"/>
                    <a:pt x="1443" y="2052"/>
                  </a:cubicBezTo>
                  <a:cubicBezTo>
                    <a:pt x="1443" y="2066"/>
                    <a:pt x="1455" y="2081"/>
                    <a:pt x="1469" y="2085"/>
                  </a:cubicBezTo>
                  <a:cubicBezTo>
                    <a:pt x="1488" y="2085"/>
                    <a:pt x="1503" y="2070"/>
                    <a:pt x="1503" y="2052"/>
                  </a:cubicBezTo>
                  <a:cubicBezTo>
                    <a:pt x="1503" y="1849"/>
                    <a:pt x="1503" y="1849"/>
                    <a:pt x="1503" y="1849"/>
                  </a:cubicBezTo>
                  <a:cubicBezTo>
                    <a:pt x="1660" y="1849"/>
                    <a:pt x="1660" y="1849"/>
                    <a:pt x="1660" y="1849"/>
                  </a:cubicBezTo>
                  <a:cubicBezTo>
                    <a:pt x="1660" y="2052"/>
                    <a:pt x="1660" y="2052"/>
                    <a:pt x="1660" y="2052"/>
                  </a:cubicBezTo>
                  <a:cubicBezTo>
                    <a:pt x="1660" y="2066"/>
                    <a:pt x="1671" y="2081"/>
                    <a:pt x="1686" y="2085"/>
                  </a:cubicBezTo>
                  <a:cubicBezTo>
                    <a:pt x="1705" y="2085"/>
                    <a:pt x="1720" y="2070"/>
                    <a:pt x="1720" y="2052"/>
                  </a:cubicBezTo>
                  <a:cubicBezTo>
                    <a:pt x="1720" y="1849"/>
                    <a:pt x="1720" y="1849"/>
                    <a:pt x="1720" y="1849"/>
                  </a:cubicBezTo>
                  <a:cubicBezTo>
                    <a:pt x="1840" y="1849"/>
                    <a:pt x="1840" y="1849"/>
                    <a:pt x="1840" y="1849"/>
                  </a:cubicBezTo>
                  <a:cubicBezTo>
                    <a:pt x="1888" y="1849"/>
                    <a:pt x="1926" y="1812"/>
                    <a:pt x="1926" y="1767"/>
                  </a:cubicBezTo>
                  <a:cubicBezTo>
                    <a:pt x="1926" y="1282"/>
                    <a:pt x="1926" y="1282"/>
                    <a:pt x="1926" y="1282"/>
                  </a:cubicBezTo>
                  <a:cubicBezTo>
                    <a:pt x="1974" y="1282"/>
                    <a:pt x="1974" y="1282"/>
                    <a:pt x="1974" y="1282"/>
                  </a:cubicBezTo>
                  <a:cubicBezTo>
                    <a:pt x="2038" y="1282"/>
                    <a:pt x="2086" y="1230"/>
                    <a:pt x="2086" y="1166"/>
                  </a:cubicBezTo>
                  <a:cubicBezTo>
                    <a:pt x="2086" y="684"/>
                    <a:pt x="2086" y="684"/>
                    <a:pt x="2086" y="684"/>
                  </a:cubicBezTo>
                  <a:cubicBezTo>
                    <a:pt x="2086" y="624"/>
                    <a:pt x="2038" y="572"/>
                    <a:pt x="1974" y="572"/>
                  </a:cubicBezTo>
                  <a:moveTo>
                    <a:pt x="64" y="1170"/>
                  </a:moveTo>
                  <a:lnTo>
                    <a:pt x="64" y="1170"/>
                  </a:lnTo>
                  <a:cubicBezTo>
                    <a:pt x="64" y="684"/>
                    <a:pt x="64" y="684"/>
                    <a:pt x="64" y="684"/>
                  </a:cubicBezTo>
                  <a:cubicBezTo>
                    <a:pt x="64" y="658"/>
                    <a:pt x="86" y="631"/>
                    <a:pt x="116" y="631"/>
                  </a:cubicBezTo>
                  <a:cubicBezTo>
                    <a:pt x="164" y="631"/>
                    <a:pt x="164" y="631"/>
                    <a:pt x="164" y="631"/>
                  </a:cubicBezTo>
                  <a:cubicBezTo>
                    <a:pt x="164" y="1222"/>
                    <a:pt x="164" y="1222"/>
                    <a:pt x="164" y="1222"/>
                  </a:cubicBezTo>
                  <a:cubicBezTo>
                    <a:pt x="116" y="1222"/>
                    <a:pt x="116" y="1222"/>
                    <a:pt x="116" y="1222"/>
                  </a:cubicBezTo>
                  <a:cubicBezTo>
                    <a:pt x="86" y="1222"/>
                    <a:pt x="64" y="1200"/>
                    <a:pt x="64" y="1170"/>
                  </a:cubicBezTo>
                  <a:moveTo>
                    <a:pt x="1862" y="1767"/>
                  </a:moveTo>
                  <a:lnTo>
                    <a:pt x="1862" y="1767"/>
                  </a:lnTo>
                  <a:cubicBezTo>
                    <a:pt x="1862" y="1778"/>
                    <a:pt x="1840" y="1793"/>
                    <a:pt x="1840" y="1793"/>
                  </a:cubicBezTo>
                  <a:cubicBezTo>
                    <a:pt x="247" y="1793"/>
                    <a:pt x="247" y="1793"/>
                    <a:pt x="247" y="1793"/>
                  </a:cubicBezTo>
                  <a:cubicBezTo>
                    <a:pt x="236" y="1793"/>
                    <a:pt x="224" y="1782"/>
                    <a:pt x="224" y="1771"/>
                  </a:cubicBezTo>
                  <a:cubicBezTo>
                    <a:pt x="224" y="86"/>
                    <a:pt x="224" y="86"/>
                    <a:pt x="224" y="86"/>
                  </a:cubicBezTo>
                  <a:cubicBezTo>
                    <a:pt x="224" y="71"/>
                    <a:pt x="236" y="63"/>
                    <a:pt x="247" y="63"/>
                  </a:cubicBezTo>
                  <a:cubicBezTo>
                    <a:pt x="1836" y="63"/>
                    <a:pt x="1836" y="63"/>
                    <a:pt x="1836" y="63"/>
                  </a:cubicBezTo>
                  <a:cubicBezTo>
                    <a:pt x="1847" y="63"/>
                    <a:pt x="1858" y="71"/>
                    <a:pt x="1858" y="86"/>
                  </a:cubicBezTo>
                  <a:cubicBezTo>
                    <a:pt x="1858" y="1767"/>
                    <a:pt x="1858" y="1767"/>
                    <a:pt x="1858" y="1767"/>
                  </a:cubicBezTo>
                  <a:lnTo>
                    <a:pt x="1862" y="1767"/>
                  </a:lnTo>
                  <a:moveTo>
                    <a:pt x="2027" y="1170"/>
                  </a:moveTo>
                  <a:lnTo>
                    <a:pt x="2027" y="1170"/>
                  </a:lnTo>
                  <a:cubicBezTo>
                    <a:pt x="2027" y="1200"/>
                    <a:pt x="2004" y="1222"/>
                    <a:pt x="1974" y="1222"/>
                  </a:cubicBezTo>
                  <a:cubicBezTo>
                    <a:pt x="1926" y="1222"/>
                    <a:pt x="1926" y="1222"/>
                    <a:pt x="1926" y="1222"/>
                  </a:cubicBezTo>
                  <a:cubicBezTo>
                    <a:pt x="1926" y="631"/>
                    <a:pt x="1926" y="631"/>
                    <a:pt x="1926" y="631"/>
                  </a:cubicBezTo>
                  <a:cubicBezTo>
                    <a:pt x="1974" y="631"/>
                    <a:pt x="1974" y="631"/>
                    <a:pt x="1974" y="631"/>
                  </a:cubicBezTo>
                  <a:cubicBezTo>
                    <a:pt x="2004" y="631"/>
                    <a:pt x="2027" y="658"/>
                    <a:pt x="2027" y="684"/>
                  </a:cubicBezTo>
                  <a:lnTo>
                    <a:pt x="2027" y="1170"/>
                  </a:lnTo>
                  <a:close/>
                </a:path>
              </a:pathLst>
            </a:custGeom>
            <a:solidFill>
              <a:schemeClr val="lt1"/>
            </a:solidFill>
            <a:ln>
              <a:noFill/>
            </a:ln>
          </p:spPr>
          <p:txBody>
            <a:bodyPr anchorCtr="1" anchor="ctr" bIns="24575" lIns="49125" spcFirstLastPara="1" rIns="49125" wrap="square" tIns="24575">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grpSp>
      <p:grpSp>
        <p:nvGrpSpPr>
          <p:cNvPr id="516" name="Google Shape;516;p43"/>
          <p:cNvGrpSpPr/>
          <p:nvPr/>
        </p:nvGrpSpPr>
        <p:grpSpPr>
          <a:xfrm>
            <a:off x="150906" y="2648724"/>
            <a:ext cx="268540" cy="239458"/>
            <a:chOff x="3539521" y="2757639"/>
            <a:chExt cx="492193" cy="438889"/>
          </a:xfrm>
        </p:grpSpPr>
        <p:sp>
          <p:nvSpPr>
            <p:cNvPr id="517" name="Google Shape;517;p43"/>
            <p:cNvSpPr/>
            <p:nvPr/>
          </p:nvSpPr>
          <p:spPr>
            <a:xfrm>
              <a:off x="3589754" y="2789477"/>
              <a:ext cx="48583" cy="49290"/>
            </a:xfrm>
            <a:custGeom>
              <a:rect b="b" l="l" r="r" t="t"/>
              <a:pathLst>
                <a:path extrusionOk="0" h="209" w="206">
                  <a:moveTo>
                    <a:pt x="105" y="0"/>
                  </a:moveTo>
                  <a:lnTo>
                    <a:pt x="105" y="0"/>
                  </a:lnTo>
                  <a:cubicBezTo>
                    <a:pt x="49" y="0"/>
                    <a:pt x="0" y="48"/>
                    <a:pt x="0" y="104"/>
                  </a:cubicBezTo>
                  <a:cubicBezTo>
                    <a:pt x="0" y="160"/>
                    <a:pt x="49" y="209"/>
                    <a:pt x="105" y="209"/>
                  </a:cubicBezTo>
                  <a:cubicBezTo>
                    <a:pt x="161" y="209"/>
                    <a:pt x="206" y="160"/>
                    <a:pt x="206" y="104"/>
                  </a:cubicBezTo>
                  <a:cubicBezTo>
                    <a:pt x="206" y="48"/>
                    <a:pt x="161" y="0"/>
                    <a:pt x="105" y="0"/>
                  </a:cubicBezTo>
                  <a:moveTo>
                    <a:pt x="105" y="145"/>
                  </a:moveTo>
                  <a:lnTo>
                    <a:pt x="105" y="145"/>
                  </a:lnTo>
                  <a:cubicBezTo>
                    <a:pt x="83" y="145"/>
                    <a:pt x="60" y="127"/>
                    <a:pt x="60" y="104"/>
                  </a:cubicBezTo>
                  <a:cubicBezTo>
                    <a:pt x="60" y="82"/>
                    <a:pt x="83" y="63"/>
                    <a:pt x="105" y="63"/>
                  </a:cubicBezTo>
                  <a:cubicBezTo>
                    <a:pt x="128" y="63"/>
                    <a:pt x="146" y="82"/>
                    <a:pt x="146" y="104"/>
                  </a:cubicBezTo>
                  <a:cubicBezTo>
                    <a:pt x="146" y="127"/>
                    <a:pt x="128" y="145"/>
                    <a:pt x="105" y="145"/>
                  </a:cubicBezTo>
                  <a:close/>
                </a:path>
              </a:pathLst>
            </a:custGeom>
            <a:solidFill>
              <a:schemeClr val="lt1"/>
            </a:solidFill>
            <a:ln>
              <a:noFill/>
            </a:ln>
          </p:spPr>
          <p:txBody>
            <a:bodyPr anchorCtr="1" anchor="ctr" bIns="16500" lIns="49100" spcFirstLastPara="1" rIns="49100" wrap="square" tIns="16500">
              <a:noAutofit/>
            </a:bodyPr>
            <a:lstStyle/>
            <a:p>
              <a:pPr indent="0" lvl="0" marL="0" marR="0" rtl="0" algn="l">
                <a:lnSpc>
                  <a:spcPct val="100000"/>
                </a:lnSpc>
                <a:spcBef>
                  <a:spcPts val="0"/>
                </a:spcBef>
                <a:spcAft>
                  <a:spcPts val="0"/>
                </a:spcAft>
                <a:buClr>
                  <a:srgbClr val="000000"/>
                </a:buClr>
                <a:buSzPts val="982"/>
                <a:buFont typeface="Arial"/>
                <a:buNone/>
              </a:pPr>
              <a:r>
                <a:t/>
              </a:r>
              <a:endParaRPr b="1" i="0" sz="982" u="none" cap="none" strike="noStrike">
                <a:solidFill>
                  <a:srgbClr val="FFFFFF"/>
                </a:solidFill>
                <a:latin typeface="Arial"/>
                <a:ea typeface="Arial"/>
                <a:cs typeface="Arial"/>
                <a:sym typeface="Arial"/>
              </a:endParaRPr>
            </a:p>
          </p:txBody>
        </p:sp>
        <p:sp>
          <p:nvSpPr>
            <p:cNvPr id="518" name="Google Shape;518;p43"/>
            <p:cNvSpPr/>
            <p:nvPr/>
          </p:nvSpPr>
          <p:spPr>
            <a:xfrm>
              <a:off x="3704607" y="2789477"/>
              <a:ext cx="48347" cy="49290"/>
            </a:xfrm>
            <a:custGeom>
              <a:rect b="b" l="l" r="r" t="t"/>
              <a:pathLst>
                <a:path extrusionOk="0" h="209" w="205">
                  <a:moveTo>
                    <a:pt x="100" y="0"/>
                  </a:moveTo>
                  <a:lnTo>
                    <a:pt x="100" y="0"/>
                  </a:lnTo>
                  <a:cubicBezTo>
                    <a:pt x="44" y="0"/>
                    <a:pt x="0" y="48"/>
                    <a:pt x="0" y="104"/>
                  </a:cubicBezTo>
                  <a:cubicBezTo>
                    <a:pt x="0" y="160"/>
                    <a:pt x="44" y="209"/>
                    <a:pt x="100" y="209"/>
                  </a:cubicBezTo>
                  <a:cubicBezTo>
                    <a:pt x="160" y="209"/>
                    <a:pt x="205" y="160"/>
                    <a:pt x="205" y="104"/>
                  </a:cubicBezTo>
                  <a:cubicBezTo>
                    <a:pt x="205" y="48"/>
                    <a:pt x="160" y="0"/>
                    <a:pt x="100" y="0"/>
                  </a:cubicBezTo>
                  <a:moveTo>
                    <a:pt x="100" y="145"/>
                  </a:moveTo>
                  <a:lnTo>
                    <a:pt x="100" y="145"/>
                  </a:lnTo>
                  <a:cubicBezTo>
                    <a:pt x="78" y="145"/>
                    <a:pt x="59" y="127"/>
                    <a:pt x="59" y="104"/>
                  </a:cubicBezTo>
                  <a:cubicBezTo>
                    <a:pt x="59" y="82"/>
                    <a:pt x="78" y="63"/>
                    <a:pt x="100" y="63"/>
                  </a:cubicBezTo>
                  <a:cubicBezTo>
                    <a:pt x="127" y="63"/>
                    <a:pt x="145" y="82"/>
                    <a:pt x="145" y="104"/>
                  </a:cubicBezTo>
                  <a:cubicBezTo>
                    <a:pt x="145" y="127"/>
                    <a:pt x="127" y="145"/>
                    <a:pt x="100" y="145"/>
                  </a:cubicBezTo>
                  <a:close/>
                </a:path>
              </a:pathLst>
            </a:custGeom>
            <a:solidFill>
              <a:schemeClr val="lt1"/>
            </a:solidFill>
            <a:ln>
              <a:noFill/>
            </a:ln>
          </p:spPr>
          <p:txBody>
            <a:bodyPr anchorCtr="1" anchor="ctr" bIns="16500" lIns="49100" spcFirstLastPara="1" rIns="49100" wrap="square" tIns="16500">
              <a:noAutofit/>
            </a:bodyPr>
            <a:lstStyle/>
            <a:p>
              <a:pPr indent="0" lvl="0" marL="0" marR="0" rtl="0" algn="l">
                <a:lnSpc>
                  <a:spcPct val="100000"/>
                </a:lnSpc>
                <a:spcBef>
                  <a:spcPts val="0"/>
                </a:spcBef>
                <a:spcAft>
                  <a:spcPts val="0"/>
                </a:spcAft>
                <a:buClr>
                  <a:srgbClr val="000000"/>
                </a:buClr>
                <a:buSzPts val="982"/>
                <a:buFont typeface="Arial"/>
                <a:buNone/>
              </a:pPr>
              <a:r>
                <a:t/>
              </a:r>
              <a:endParaRPr b="1" i="0" sz="982" u="none" cap="none" strike="noStrike">
                <a:solidFill>
                  <a:srgbClr val="FFFFFF"/>
                </a:solidFill>
                <a:latin typeface="Arial"/>
                <a:ea typeface="Arial"/>
                <a:cs typeface="Arial"/>
                <a:sym typeface="Arial"/>
              </a:endParaRPr>
            </a:p>
          </p:txBody>
        </p:sp>
        <p:sp>
          <p:nvSpPr>
            <p:cNvPr id="519" name="Google Shape;519;p43"/>
            <p:cNvSpPr/>
            <p:nvPr/>
          </p:nvSpPr>
          <p:spPr>
            <a:xfrm>
              <a:off x="3818280" y="2789477"/>
              <a:ext cx="49290" cy="49290"/>
            </a:xfrm>
            <a:custGeom>
              <a:rect b="b" l="l" r="r" t="t"/>
              <a:pathLst>
                <a:path extrusionOk="0" h="209" w="209">
                  <a:moveTo>
                    <a:pt x="104" y="209"/>
                  </a:moveTo>
                  <a:lnTo>
                    <a:pt x="104" y="209"/>
                  </a:lnTo>
                  <a:cubicBezTo>
                    <a:pt x="161" y="209"/>
                    <a:pt x="209" y="160"/>
                    <a:pt x="209" y="104"/>
                  </a:cubicBezTo>
                  <a:cubicBezTo>
                    <a:pt x="209" y="48"/>
                    <a:pt x="161" y="0"/>
                    <a:pt x="104" y="0"/>
                  </a:cubicBezTo>
                  <a:cubicBezTo>
                    <a:pt x="48" y="0"/>
                    <a:pt x="0" y="48"/>
                    <a:pt x="0" y="104"/>
                  </a:cubicBezTo>
                  <a:cubicBezTo>
                    <a:pt x="0" y="160"/>
                    <a:pt x="48" y="209"/>
                    <a:pt x="104" y="209"/>
                  </a:cubicBezTo>
                  <a:moveTo>
                    <a:pt x="104" y="63"/>
                  </a:moveTo>
                  <a:lnTo>
                    <a:pt x="104" y="63"/>
                  </a:lnTo>
                  <a:cubicBezTo>
                    <a:pt x="127" y="63"/>
                    <a:pt x="146" y="82"/>
                    <a:pt x="146" y="104"/>
                  </a:cubicBezTo>
                  <a:cubicBezTo>
                    <a:pt x="146" y="127"/>
                    <a:pt x="127" y="145"/>
                    <a:pt x="104" y="145"/>
                  </a:cubicBezTo>
                  <a:cubicBezTo>
                    <a:pt x="82" y="145"/>
                    <a:pt x="64" y="127"/>
                    <a:pt x="64" y="104"/>
                  </a:cubicBezTo>
                  <a:cubicBezTo>
                    <a:pt x="64" y="82"/>
                    <a:pt x="82" y="63"/>
                    <a:pt x="104" y="63"/>
                  </a:cubicBezTo>
                  <a:close/>
                </a:path>
              </a:pathLst>
            </a:custGeom>
            <a:solidFill>
              <a:schemeClr val="lt1"/>
            </a:solidFill>
            <a:ln>
              <a:noFill/>
            </a:ln>
          </p:spPr>
          <p:txBody>
            <a:bodyPr anchorCtr="1" anchor="ctr" bIns="16500" lIns="49100" spcFirstLastPara="1" rIns="49100" wrap="square" tIns="16500">
              <a:noAutofit/>
            </a:bodyPr>
            <a:lstStyle/>
            <a:p>
              <a:pPr indent="0" lvl="0" marL="0" marR="0" rtl="0" algn="l">
                <a:lnSpc>
                  <a:spcPct val="100000"/>
                </a:lnSpc>
                <a:spcBef>
                  <a:spcPts val="0"/>
                </a:spcBef>
                <a:spcAft>
                  <a:spcPts val="0"/>
                </a:spcAft>
                <a:buClr>
                  <a:srgbClr val="000000"/>
                </a:buClr>
                <a:buSzPts val="982"/>
                <a:buFont typeface="Arial"/>
                <a:buNone/>
              </a:pPr>
              <a:r>
                <a:t/>
              </a:r>
              <a:endParaRPr b="1" i="0" sz="982" u="none" cap="none" strike="noStrike">
                <a:solidFill>
                  <a:srgbClr val="FFFFFF"/>
                </a:solidFill>
                <a:latin typeface="Arial"/>
                <a:ea typeface="Arial"/>
                <a:cs typeface="Arial"/>
                <a:sym typeface="Arial"/>
              </a:endParaRPr>
            </a:p>
          </p:txBody>
        </p:sp>
        <p:sp>
          <p:nvSpPr>
            <p:cNvPr id="520" name="Google Shape;520;p43"/>
            <p:cNvSpPr/>
            <p:nvPr/>
          </p:nvSpPr>
          <p:spPr>
            <a:xfrm>
              <a:off x="3932897" y="2789477"/>
              <a:ext cx="48583" cy="49290"/>
            </a:xfrm>
            <a:custGeom>
              <a:rect b="b" l="l" r="r" t="t"/>
              <a:pathLst>
                <a:path extrusionOk="0" h="209" w="206">
                  <a:moveTo>
                    <a:pt x="101" y="209"/>
                  </a:moveTo>
                  <a:lnTo>
                    <a:pt x="101" y="209"/>
                  </a:lnTo>
                  <a:cubicBezTo>
                    <a:pt x="161" y="209"/>
                    <a:pt x="206" y="160"/>
                    <a:pt x="206" y="104"/>
                  </a:cubicBezTo>
                  <a:cubicBezTo>
                    <a:pt x="206" y="48"/>
                    <a:pt x="161" y="0"/>
                    <a:pt x="101" y="0"/>
                  </a:cubicBezTo>
                  <a:cubicBezTo>
                    <a:pt x="45" y="0"/>
                    <a:pt x="0" y="48"/>
                    <a:pt x="0" y="104"/>
                  </a:cubicBezTo>
                  <a:cubicBezTo>
                    <a:pt x="0" y="160"/>
                    <a:pt x="45" y="209"/>
                    <a:pt x="101" y="209"/>
                  </a:cubicBezTo>
                  <a:moveTo>
                    <a:pt x="101" y="63"/>
                  </a:moveTo>
                  <a:lnTo>
                    <a:pt x="101" y="63"/>
                  </a:lnTo>
                  <a:cubicBezTo>
                    <a:pt x="127" y="63"/>
                    <a:pt x="146" y="82"/>
                    <a:pt x="146" y="104"/>
                  </a:cubicBezTo>
                  <a:cubicBezTo>
                    <a:pt x="146" y="127"/>
                    <a:pt x="127" y="145"/>
                    <a:pt x="101" y="145"/>
                  </a:cubicBezTo>
                  <a:cubicBezTo>
                    <a:pt x="79" y="145"/>
                    <a:pt x="60" y="127"/>
                    <a:pt x="60" y="104"/>
                  </a:cubicBezTo>
                  <a:cubicBezTo>
                    <a:pt x="60" y="82"/>
                    <a:pt x="79" y="63"/>
                    <a:pt x="101" y="63"/>
                  </a:cubicBezTo>
                  <a:close/>
                </a:path>
              </a:pathLst>
            </a:custGeom>
            <a:solidFill>
              <a:schemeClr val="lt1"/>
            </a:solidFill>
            <a:ln>
              <a:noFill/>
            </a:ln>
          </p:spPr>
          <p:txBody>
            <a:bodyPr anchorCtr="1" anchor="ctr" bIns="16500" lIns="49100" spcFirstLastPara="1" rIns="49100" wrap="square" tIns="16500">
              <a:noAutofit/>
            </a:bodyPr>
            <a:lstStyle/>
            <a:p>
              <a:pPr indent="0" lvl="0" marL="0" marR="0" rtl="0" algn="l">
                <a:lnSpc>
                  <a:spcPct val="100000"/>
                </a:lnSpc>
                <a:spcBef>
                  <a:spcPts val="0"/>
                </a:spcBef>
                <a:spcAft>
                  <a:spcPts val="0"/>
                </a:spcAft>
                <a:buClr>
                  <a:srgbClr val="000000"/>
                </a:buClr>
                <a:buSzPts val="982"/>
                <a:buFont typeface="Arial"/>
                <a:buNone/>
              </a:pPr>
              <a:r>
                <a:t/>
              </a:r>
              <a:endParaRPr b="1" i="0" sz="982" u="none" cap="none" strike="noStrike">
                <a:solidFill>
                  <a:srgbClr val="FFFFFF"/>
                </a:solidFill>
                <a:latin typeface="Arial"/>
                <a:ea typeface="Arial"/>
                <a:cs typeface="Arial"/>
                <a:sym typeface="Arial"/>
              </a:endParaRPr>
            </a:p>
          </p:txBody>
        </p:sp>
        <p:sp>
          <p:nvSpPr>
            <p:cNvPr id="521" name="Google Shape;521;p43"/>
            <p:cNvSpPr/>
            <p:nvPr/>
          </p:nvSpPr>
          <p:spPr>
            <a:xfrm>
              <a:off x="3589754" y="3116346"/>
              <a:ext cx="48583" cy="48346"/>
            </a:xfrm>
            <a:custGeom>
              <a:rect b="b" l="l" r="r" t="t"/>
              <a:pathLst>
                <a:path extrusionOk="0" h="205" w="206">
                  <a:moveTo>
                    <a:pt x="105" y="0"/>
                  </a:moveTo>
                  <a:lnTo>
                    <a:pt x="105" y="0"/>
                  </a:lnTo>
                  <a:cubicBezTo>
                    <a:pt x="49" y="0"/>
                    <a:pt x="0" y="45"/>
                    <a:pt x="0" y="101"/>
                  </a:cubicBezTo>
                  <a:cubicBezTo>
                    <a:pt x="0" y="160"/>
                    <a:pt x="49" y="205"/>
                    <a:pt x="105" y="205"/>
                  </a:cubicBezTo>
                  <a:cubicBezTo>
                    <a:pt x="161" y="205"/>
                    <a:pt x="206" y="160"/>
                    <a:pt x="206" y="101"/>
                  </a:cubicBezTo>
                  <a:cubicBezTo>
                    <a:pt x="206" y="45"/>
                    <a:pt x="161" y="0"/>
                    <a:pt x="105" y="0"/>
                  </a:cubicBezTo>
                  <a:moveTo>
                    <a:pt x="105" y="145"/>
                  </a:moveTo>
                  <a:lnTo>
                    <a:pt x="105" y="145"/>
                  </a:lnTo>
                  <a:cubicBezTo>
                    <a:pt x="83" y="145"/>
                    <a:pt x="60" y="127"/>
                    <a:pt x="60" y="101"/>
                  </a:cubicBezTo>
                  <a:cubicBezTo>
                    <a:pt x="60" y="78"/>
                    <a:pt x="83" y="60"/>
                    <a:pt x="105" y="60"/>
                  </a:cubicBezTo>
                  <a:cubicBezTo>
                    <a:pt x="128" y="60"/>
                    <a:pt x="146" y="78"/>
                    <a:pt x="146" y="101"/>
                  </a:cubicBezTo>
                  <a:cubicBezTo>
                    <a:pt x="146" y="127"/>
                    <a:pt x="128" y="145"/>
                    <a:pt x="105" y="145"/>
                  </a:cubicBezTo>
                  <a:close/>
                </a:path>
              </a:pathLst>
            </a:custGeom>
            <a:solidFill>
              <a:schemeClr val="lt1"/>
            </a:solidFill>
            <a:ln>
              <a:noFill/>
            </a:ln>
          </p:spPr>
          <p:txBody>
            <a:bodyPr anchorCtr="1" anchor="ctr" bIns="15700" lIns="49100" spcFirstLastPara="1" rIns="49100" wrap="square" tIns="15700">
              <a:noAutofit/>
            </a:bodyPr>
            <a:lstStyle/>
            <a:p>
              <a:pPr indent="0" lvl="0" marL="0" marR="0" rtl="0" algn="l">
                <a:lnSpc>
                  <a:spcPct val="100000"/>
                </a:lnSpc>
                <a:spcBef>
                  <a:spcPts val="0"/>
                </a:spcBef>
                <a:spcAft>
                  <a:spcPts val="0"/>
                </a:spcAft>
                <a:buClr>
                  <a:srgbClr val="000000"/>
                </a:buClr>
                <a:buSzPts val="982"/>
                <a:buFont typeface="Arial"/>
                <a:buNone/>
              </a:pPr>
              <a:r>
                <a:t/>
              </a:r>
              <a:endParaRPr b="1" i="0" sz="982" u="none" cap="none" strike="noStrike">
                <a:solidFill>
                  <a:srgbClr val="FFFFFF"/>
                </a:solidFill>
                <a:latin typeface="Arial"/>
                <a:ea typeface="Arial"/>
                <a:cs typeface="Arial"/>
                <a:sym typeface="Arial"/>
              </a:endParaRPr>
            </a:p>
          </p:txBody>
        </p:sp>
        <p:sp>
          <p:nvSpPr>
            <p:cNvPr id="522" name="Google Shape;522;p43"/>
            <p:cNvSpPr/>
            <p:nvPr/>
          </p:nvSpPr>
          <p:spPr>
            <a:xfrm>
              <a:off x="3704607" y="3116346"/>
              <a:ext cx="48347" cy="48346"/>
            </a:xfrm>
            <a:custGeom>
              <a:rect b="b" l="l" r="r" t="t"/>
              <a:pathLst>
                <a:path extrusionOk="0" h="205" w="205">
                  <a:moveTo>
                    <a:pt x="100" y="0"/>
                  </a:moveTo>
                  <a:lnTo>
                    <a:pt x="100" y="0"/>
                  </a:lnTo>
                  <a:cubicBezTo>
                    <a:pt x="44" y="0"/>
                    <a:pt x="0" y="45"/>
                    <a:pt x="0" y="101"/>
                  </a:cubicBezTo>
                  <a:cubicBezTo>
                    <a:pt x="0" y="160"/>
                    <a:pt x="44" y="205"/>
                    <a:pt x="100" y="205"/>
                  </a:cubicBezTo>
                  <a:cubicBezTo>
                    <a:pt x="160" y="205"/>
                    <a:pt x="205" y="160"/>
                    <a:pt x="205" y="101"/>
                  </a:cubicBezTo>
                  <a:cubicBezTo>
                    <a:pt x="205" y="45"/>
                    <a:pt x="160" y="0"/>
                    <a:pt x="100" y="0"/>
                  </a:cubicBezTo>
                  <a:moveTo>
                    <a:pt x="100" y="145"/>
                  </a:moveTo>
                  <a:lnTo>
                    <a:pt x="100" y="145"/>
                  </a:lnTo>
                  <a:cubicBezTo>
                    <a:pt x="78" y="145"/>
                    <a:pt x="59" y="127"/>
                    <a:pt x="59" y="101"/>
                  </a:cubicBezTo>
                  <a:cubicBezTo>
                    <a:pt x="59" y="78"/>
                    <a:pt x="78" y="60"/>
                    <a:pt x="100" y="60"/>
                  </a:cubicBezTo>
                  <a:cubicBezTo>
                    <a:pt x="127" y="60"/>
                    <a:pt x="145" y="78"/>
                    <a:pt x="145" y="101"/>
                  </a:cubicBezTo>
                  <a:cubicBezTo>
                    <a:pt x="145" y="127"/>
                    <a:pt x="127" y="145"/>
                    <a:pt x="100" y="145"/>
                  </a:cubicBezTo>
                  <a:close/>
                </a:path>
              </a:pathLst>
            </a:custGeom>
            <a:solidFill>
              <a:schemeClr val="lt1"/>
            </a:solidFill>
            <a:ln>
              <a:noFill/>
            </a:ln>
          </p:spPr>
          <p:txBody>
            <a:bodyPr anchorCtr="1" anchor="ctr" bIns="15700" lIns="49100" spcFirstLastPara="1" rIns="49100" wrap="square" tIns="15700">
              <a:noAutofit/>
            </a:bodyPr>
            <a:lstStyle/>
            <a:p>
              <a:pPr indent="0" lvl="0" marL="0" marR="0" rtl="0" algn="l">
                <a:lnSpc>
                  <a:spcPct val="100000"/>
                </a:lnSpc>
                <a:spcBef>
                  <a:spcPts val="0"/>
                </a:spcBef>
                <a:spcAft>
                  <a:spcPts val="0"/>
                </a:spcAft>
                <a:buClr>
                  <a:srgbClr val="000000"/>
                </a:buClr>
                <a:buSzPts val="982"/>
                <a:buFont typeface="Arial"/>
                <a:buNone/>
              </a:pPr>
              <a:r>
                <a:t/>
              </a:r>
              <a:endParaRPr b="1" i="0" sz="982" u="none" cap="none" strike="noStrike">
                <a:solidFill>
                  <a:srgbClr val="FFFFFF"/>
                </a:solidFill>
                <a:latin typeface="Arial"/>
                <a:ea typeface="Arial"/>
                <a:cs typeface="Arial"/>
                <a:sym typeface="Arial"/>
              </a:endParaRPr>
            </a:p>
          </p:txBody>
        </p:sp>
        <p:sp>
          <p:nvSpPr>
            <p:cNvPr id="523" name="Google Shape;523;p43"/>
            <p:cNvSpPr/>
            <p:nvPr/>
          </p:nvSpPr>
          <p:spPr>
            <a:xfrm>
              <a:off x="3818280" y="3116346"/>
              <a:ext cx="49290" cy="48346"/>
            </a:xfrm>
            <a:custGeom>
              <a:rect b="b" l="l" r="r" t="t"/>
              <a:pathLst>
                <a:path extrusionOk="0" h="205" w="209">
                  <a:moveTo>
                    <a:pt x="104" y="0"/>
                  </a:moveTo>
                  <a:lnTo>
                    <a:pt x="104" y="0"/>
                  </a:lnTo>
                  <a:cubicBezTo>
                    <a:pt x="48" y="0"/>
                    <a:pt x="0" y="45"/>
                    <a:pt x="0" y="101"/>
                  </a:cubicBezTo>
                  <a:cubicBezTo>
                    <a:pt x="0" y="160"/>
                    <a:pt x="48" y="205"/>
                    <a:pt x="104" y="205"/>
                  </a:cubicBezTo>
                  <a:cubicBezTo>
                    <a:pt x="161" y="205"/>
                    <a:pt x="209" y="160"/>
                    <a:pt x="209" y="101"/>
                  </a:cubicBezTo>
                  <a:cubicBezTo>
                    <a:pt x="209" y="45"/>
                    <a:pt x="161" y="0"/>
                    <a:pt x="104" y="0"/>
                  </a:cubicBezTo>
                  <a:moveTo>
                    <a:pt x="104" y="145"/>
                  </a:moveTo>
                  <a:lnTo>
                    <a:pt x="104" y="145"/>
                  </a:lnTo>
                  <a:cubicBezTo>
                    <a:pt x="82" y="145"/>
                    <a:pt x="64" y="127"/>
                    <a:pt x="64" y="101"/>
                  </a:cubicBezTo>
                  <a:cubicBezTo>
                    <a:pt x="64" y="78"/>
                    <a:pt x="82" y="60"/>
                    <a:pt x="104" y="60"/>
                  </a:cubicBezTo>
                  <a:cubicBezTo>
                    <a:pt x="127" y="60"/>
                    <a:pt x="146" y="78"/>
                    <a:pt x="146" y="101"/>
                  </a:cubicBezTo>
                  <a:cubicBezTo>
                    <a:pt x="146" y="127"/>
                    <a:pt x="127" y="145"/>
                    <a:pt x="104" y="145"/>
                  </a:cubicBezTo>
                  <a:close/>
                </a:path>
              </a:pathLst>
            </a:custGeom>
            <a:solidFill>
              <a:schemeClr val="lt1"/>
            </a:solidFill>
            <a:ln>
              <a:noFill/>
            </a:ln>
          </p:spPr>
          <p:txBody>
            <a:bodyPr anchorCtr="1" anchor="ctr" bIns="15700" lIns="49100" spcFirstLastPara="1" rIns="49100" wrap="square" tIns="15700">
              <a:noAutofit/>
            </a:bodyPr>
            <a:lstStyle/>
            <a:p>
              <a:pPr indent="0" lvl="0" marL="0" marR="0" rtl="0" algn="l">
                <a:lnSpc>
                  <a:spcPct val="100000"/>
                </a:lnSpc>
                <a:spcBef>
                  <a:spcPts val="0"/>
                </a:spcBef>
                <a:spcAft>
                  <a:spcPts val="0"/>
                </a:spcAft>
                <a:buClr>
                  <a:srgbClr val="000000"/>
                </a:buClr>
                <a:buSzPts val="982"/>
                <a:buFont typeface="Arial"/>
                <a:buNone/>
              </a:pPr>
              <a:r>
                <a:t/>
              </a:r>
              <a:endParaRPr b="1" i="0" sz="982" u="none" cap="none" strike="noStrike">
                <a:solidFill>
                  <a:srgbClr val="FFFFFF"/>
                </a:solidFill>
                <a:latin typeface="Arial"/>
                <a:ea typeface="Arial"/>
                <a:cs typeface="Arial"/>
                <a:sym typeface="Arial"/>
              </a:endParaRPr>
            </a:p>
          </p:txBody>
        </p:sp>
        <p:sp>
          <p:nvSpPr>
            <p:cNvPr id="524" name="Google Shape;524;p43"/>
            <p:cNvSpPr/>
            <p:nvPr/>
          </p:nvSpPr>
          <p:spPr>
            <a:xfrm>
              <a:off x="3932897" y="3116346"/>
              <a:ext cx="48583" cy="48346"/>
            </a:xfrm>
            <a:custGeom>
              <a:rect b="b" l="l" r="r" t="t"/>
              <a:pathLst>
                <a:path extrusionOk="0" h="205" w="206">
                  <a:moveTo>
                    <a:pt x="101" y="0"/>
                  </a:moveTo>
                  <a:lnTo>
                    <a:pt x="101" y="0"/>
                  </a:lnTo>
                  <a:cubicBezTo>
                    <a:pt x="45" y="0"/>
                    <a:pt x="0" y="45"/>
                    <a:pt x="0" y="101"/>
                  </a:cubicBezTo>
                  <a:cubicBezTo>
                    <a:pt x="0" y="160"/>
                    <a:pt x="45" y="205"/>
                    <a:pt x="101" y="205"/>
                  </a:cubicBezTo>
                  <a:cubicBezTo>
                    <a:pt x="161" y="205"/>
                    <a:pt x="206" y="160"/>
                    <a:pt x="206" y="101"/>
                  </a:cubicBezTo>
                  <a:cubicBezTo>
                    <a:pt x="206" y="45"/>
                    <a:pt x="161" y="0"/>
                    <a:pt x="101" y="0"/>
                  </a:cubicBezTo>
                  <a:moveTo>
                    <a:pt x="101" y="145"/>
                  </a:moveTo>
                  <a:lnTo>
                    <a:pt x="101" y="145"/>
                  </a:lnTo>
                  <a:cubicBezTo>
                    <a:pt x="79" y="145"/>
                    <a:pt x="60" y="127"/>
                    <a:pt x="60" y="101"/>
                  </a:cubicBezTo>
                  <a:cubicBezTo>
                    <a:pt x="60" y="78"/>
                    <a:pt x="79" y="60"/>
                    <a:pt x="101" y="60"/>
                  </a:cubicBezTo>
                  <a:cubicBezTo>
                    <a:pt x="127" y="60"/>
                    <a:pt x="146" y="78"/>
                    <a:pt x="146" y="101"/>
                  </a:cubicBezTo>
                  <a:cubicBezTo>
                    <a:pt x="146" y="127"/>
                    <a:pt x="127" y="145"/>
                    <a:pt x="101" y="145"/>
                  </a:cubicBezTo>
                  <a:close/>
                </a:path>
              </a:pathLst>
            </a:custGeom>
            <a:solidFill>
              <a:schemeClr val="lt1"/>
            </a:solidFill>
            <a:ln>
              <a:noFill/>
            </a:ln>
          </p:spPr>
          <p:txBody>
            <a:bodyPr anchorCtr="1" anchor="ctr" bIns="15700" lIns="49100" spcFirstLastPara="1" rIns="49100" wrap="square" tIns="15700">
              <a:noAutofit/>
            </a:bodyPr>
            <a:lstStyle/>
            <a:p>
              <a:pPr indent="0" lvl="0" marL="0" marR="0" rtl="0" algn="l">
                <a:lnSpc>
                  <a:spcPct val="100000"/>
                </a:lnSpc>
                <a:spcBef>
                  <a:spcPts val="0"/>
                </a:spcBef>
                <a:spcAft>
                  <a:spcPts val="0"/>
                </a:spcAft>
                <a:buClr>
                  <a:srgbClr val="000000"/>
                </a:buClr>
                <a:buSzPts val="982"/>
                <a:buFont typeface="Arial"/>
                <a:buNone/>
              </a:pPr>
              <a:r>
                <a:t/>
              </a:r>
              <a:endParaRPr b="1" i="0" sz="982" u="none" cap="none" strike="noStrike">
                <a:solidFill>
                  <a:srgbClr val="FFFFFF"/>
                </a:solidFill>
                <a:latin typeface="Arial"/>
                <a:ea typeface="Arial"/>
                <a:cs typeface="Arial"/>
                <a:sym typeface="Arial"/>
              </a:endParaRPr>
            </a:p>
          </p:txBody>
        </p:sp>
        <p:sp>
          <p:nvSpPr>
            <p:cNvPr id="525" name="Google Shape;525;p43"/>
            <p:cNvSpPr/>
            <p:nvPr/>
          </p:nvSpPr>
          <p:spPr>
            <a:xfrm>
              <a:off x="3539521" y="2757639"/>
              <a:ext cx="492193" cy="438889"/>
            </a:xfrm>
            <a:custGeom>
              <a:rect b="b" l="l" r="r" t="t"/>
              <a:pathLst>
                <a:path extrusionOk="0" h="1861" w="2087">
                  <a:moveTo>
                    <a:pt x="2042" y="426"/>
                  </a:moveTo>
                  <a:lnTo>
                    <a:pt x="2042" y="426"/>
                  </a:lnTo>
                  <a:cubicBezTo>
                    <a:pt x="2042" y="104"/>
                    <a:pt x="2042" y="104"/>
                    <a:pt x="2042" y="104"/>
                  </a:cubicBezTo>
                  <a:cubicBezTo>
                    <a:pt x="2042" y="48"/>
                    <a:pt x="1993" y="0"/>
                    <a:pt x="1937" y="0"/>
                  </a:cubicBezTo>
                  <a:cubicBezTo>
                    <a:pt x="150" y="0"/>
                    <a:pt x="150" y="0"/>
                    <a:pt x="150" y="0"/>
                  </a:cubicBezTo>
                  <a:cubicBezTo>
                    <a:pt x="94" y="0"/>
                    <a:pt x="45" y="48"/>
                    <a:pt x="45" y="104"/>
                  </a:cubicBezTo>
                  <a:cubicBezTo>
                    <a:pt x="45" y="426"/>
                    <a:pt x="45" y="426"/>
                    <a:pt x="45" y="426"/>
                  </a:cubicBezTo>
                  <a:cubicBezTo>
                    <a:pt x="19" y="437"/>
                    <a:pt x="0" y="467"/>
                    <a:pt x="0" y="497"/>
                  </a:cubicBezTo>
                  <a:cubicBezTo>
                    <a:pt x="0" y="1364"/>
                    <a:pt x="0" y="1364"/>
                    <a:pt x="0" y="1364"/>
                  </a:cubicBezTo>
                  <a:cubicBezTo>
                    <a:pt x="0" y="1397"/>
                    <a:pt x="19" y="1423"/>
                    <a:pt x="45" y="1435"/>
                  </a:cubicBezTo>
                  <a:cubicBezTo>
                    <a:pt x="45" y="1756"/>
                    <a:pt x="45" y="1756"/>
                    <a:pt x="45" y="1756"/>
                  </a:cubicBezTo>
                  <a:cubicBezTo>
                    <a:pt x="45" y="1812"/>
                    <a:pt x="94" y="1861"/>
                    <a:pt x="150" y="1861"/>
                  </a:cubicBezTo>
                  <a:cubicBezTo>
                    <a:pt x="1937" y="1861"/>
                    <a:pt x="1937" y="1861"/>
                    <a:pt x="1937" y="1861"/>
                  </a:cubicBezTo>
                  <a:cubicBezTo>
                    <a:pt x="1993" y="1861"/>
                    <a:pt x="2042" y="1812"/>
                    <a:pt x="2042" y="1756"/>
                  </a:cubicBezTo>
                  <a:cubicBezTo>
                    <a:pt x="2042" y="1435"/>
                    <a:pt x="2042" y="1435"/>
                    <a:pt x="2042" y="1435"/>
                  </a:cubicBezTo>
                  <a:cubicBezTo>
                    <a:pt x="2068" y="1423"/>
                    <a:pt x="2087" y="1397"/>
                    <a:pt x="2087" y="1364"/>
                  </a:cubicBezTo>
                  <a:cubicBezTo>
                    <a:pt x="2087" y="497"/>
                    <a:pt x="2087" y="497"/>
                    <a:pt x="2087" y="497"/>
                  </a:cubicBezTo>
                  <a:cubicBezTo>
                    <a:pt x="2087" y="467"/>
                    <a:pt x="2068" y="437"/>
                    <a:pt x="2042" y="426"/>
                  </a:cubicBezTo>
                  <a:moveTo>
                    <a:pt x="1933" y="1801"/>
                  </a:moveTo>
                  <a:lnTo>
                    <a:pt x="1933" y="1801"/>
                  </a:lnTo>
                  <a:cubicBezTo>
                    <a:pt x="150" y="1801"/>
                    <a:pt x="150" y="1801"/>
                    <a:pt x="150" y="1801"/>
                  </a:cubicBezTo>
                  <a:cubicBezTo>
                    <a:pt x="127" y="1801"/>
                    <a:pt x="109" y="1779"/>
                    <a:pt x="109" y="1756"/>
                  </a:cubicBezTo>
                  <a:cubicBezTo>
                    <a:pt x="109" y="1442"/>
                    <a:pt x="109" y="1442"/>
                    <a:pt x="109" y="1442"/>
                  </a:cubicBezTo>
                  <a:cubicBezTo>
                    <a:pt x="991" y="1442"/>
                    <a:pt x="991" y="1442"/>
                    <a:pt x="991" y="1442"/>
                  </a:cubicBezTo>
                  <a:cubicBezTo>
                    <a:pt x="1006" y="1442"/>
                    <a:pt x="1021" y="1427"/>
                    <a:pt x="1021" y="1412"/>
                  </a:cubicBezTo>
                  <a:cubicBezTo>
                    <a:pt x="1021" y="1394"/>
                    <a:pt x="1006" y="1382"/>
                    <a:pt x="991" y="1378"/>
                  </a:cubicBezTo>
                  <a:cubicBezTo>
                    <a:pt x="79" y="1378"/>
                    <a:pt x="79" y="1378"/>
                    <a:pt x="79" y="1378"/>
                  </a:cubicBezTo>
                  <a:cubicBezTo>
                    <a:pt x="71" y="1382"/>
                    <a:pt x="64" y="1375"/>
                    <a:pt x="64" y="1364"/>
                  </a:cubicBezTo>
                  <a:cubicBezTo>
                    <a:pt x="64" y="497"/>
                    <a:pt x="64" y="497"/>
                    <a:pt x="64" y="497"/>
                  </a:cubicBezTo>
                  <a:cubicBezTo>
                    <a:pt x="64" y="490"/>
                    <a:pt x="68" y="482"/>
                    <a:pt x="79" y="482"/>
                  </a:cubicBezTo>
                  <a:cubicBezTo>
                    <a:pt x="987" y="482"/>
                    <a:pt x="987" y="482"/>
                    <a:pt x="987" y="482"/>
                  </a:cubicBezTo>
                  <a:cubicBezTo>
                    <a:pt x="1002" y="482"/>
                    <a:pt x="1017" y="471"/>
                    <a:pt x="1021" y="456"/>
                  </a:cubicBezTo>
                  <a:cubicBezTo>
                    <a:pt x="1021" y="437"/>
                    <a:pt x="1006" y="419"/>
                    <a:pt x="991" y="419"/>
                  </a:cubicBezTo>
                  <a:cubicBezTo>
                    <a:pt x="109" y="419"/>
                    <a:pt x="109" y="419"/>
                    <a:pt x="109" y="419"/>
                  </a:cubicBezTo>
                  <a:cubicBezTo>
                    <a:pt x="109" y="104"/>
                    <a:pt x="109" y="104"/>
                    <a:pt x="109" y="104"/>
                  </a:cubicBezTo>
                  <a:cubicBezTo>
                    <a:pt x="109" y="82"/>
                    <a:pt x="127" y="64"/>
                    <a:pt x="150" y="64"/>
                  </a:cubicBezTo>
                  <a:cubicBezTo>
                    <a:pt x="1933" y="64"/>
                    <a:pt x="1933" y="64"/>
                    <a:pt x="1933" y="64"/>
                  </a:cubicBezTo>
                  <a:cubicBezTo>
                    <a:pt x="1956" y="64"/>
                    <a:pt x="1978" y="82"/>
                    <a:pt x="1978" y="104"/>
                  </a:cubicBezTo>
                  <a:cubicBezTo>
                    <a:pt x="1978" y="419"/>
                    <a:pt x="1978" y="419"/>
                    <a:pt x="1978" y="419"/>
                  </a:cubicBezTo>
                  <a:cubicBezTo>
                    <a:pt x="1130" y="419"/>
                    <a:pt x="1130" y="419"/>
                    <a:pt x="1130" y="419"/>
                  </a:cubicBezTo>
                  <a:cubicBezTo>
                    <a:pt x="1114" y="423"/>
                    <a:pt x="1100" y="434"/>
                    <a:pt x="1100" y="452"/>
                  </a:cubicBezTo>
                  <a:cubicBezTo>
                    <a:pt x="1100" y="467"/>
                    <a:pt x="1114" y="482"/>
                    <a:pt x="1130" y="482"/>
                  </a:cubicBezTo>
                  <a:cubicBezTo>
                    <a:pt x="2008" y="482"/>
                    <a:pt x="2008" y="482"/>
                    <a:pt x="2008" y="482"/>
                  </a:cubicBezTo>
                  <a:cubicBezTo>
                    <a:pt x="2019" y="482"/>
                    <a:pt x="2027" y="490"/>
                    <a:pt x="2027" y="497"/>
                  </a:cubicBezTo>
                  <a:cubicBezTo>
                    <a:pt x="2027" y="1364"/>
                    <a:pt x="2027" y="1364"/>
                    <a:pt x="2027" y="1364"/>
                  </a:cubicBezTo>
                  <a:cubicBezTo>
                    <a:pt x="2027" y="1375"/>
                    <a:pt x="2019" y="1378"/>
                    <a:pt x="2008" y="1378"/>
                  </a:cubicBezTo>
                  <a:cubicBezTo>
                    <a:pt x="1133" y="1378"/>
                    <a:pt x="1133" y="1378"/>
                    <a:pt x="1133" y="1378"/>
                  </a:cubicBezTo>
                  <a:cubicBezTo>
                    <a:pt x="1114" y="1378"/>
                    <a:pt x="1103" y="1390"/>
                    <a:pt x="1100" y="1409"/>
                  </a:cubicBezTo>
                  <a:cubicBezTo>
                    <a:pt x="1100" y="1427"/>
                    <a:pt x="1111" y="1442"/>
                    <a:pt x="1130" y="1442"/>
                  </a:cubicBezTo>
                  <a:cubicBezTo>
                    <a:pt x="1978" y="1442"/>
                    <a:pt x="1978" y="1442"/>
                    <a:pt x="1978" y="1442"/>
                  </a:cubicBezTo>
                  <a:cubicBezTo>
                    <a:pt x="1978" y="1756"/>
                    <a:pt x="1978" y="1756"/>
                    <a:pt x="1978" y="1756"/>
                  </a:cubicBezTo>
                  <a:cubicBezTo>
                    <a:pt x="1978" y="1779"/>
                    <a:pt x="1956" y="1801"/>
                    <a:pt x="1933" y="1801"/>
                  </a:cubicBezTo>
                  <a:close/>
                </a:path>
              </a:pathLst>
            </a:custGeom>
            <a:solidFill>
              <a:schemeClr val="lt1"/>
            </a:solidFill>
            <a:ln>
              <a:noFill/>
            </a:ln>
          </p:spPr>
          <p:txBody>
            <a:bodyPr anchorCtr="1" anchor="ctr" bIns="24550" lIns="49100" spcFirstLastPara="1" rIns="49100" wrap="square" tIns="24550">
              <a:noAutofit/>
            </a:bodyPr>
            <a:lstStyle/>
            <a:p>
              <a:pPr indent="0" lvl="0" marL="0" marR="0" rtl="0" algn="l">
                <a:lnSpc>
                  <a:spcPct val="100000"/>
                </a:lnSpc>
                <a:spcBef>
                  <a:spcPts val="0"/>
                </a:spcBef>
                <a:spcAft>
                  <a:spcPts val="0"/>
                </a:spcAft>
                <a:buClr>
                  <a:srgbClr val="000000"/>
                </a:buClr>
                <a:buSzPts val="982"/>
                <a:buFont typeface="Arial"/>
                <a:buNone/>
              </a:pPr>
              <a:r>
                <a:t/>
              </a:r>
              <a:endParaRPr b="1" i="0" sz="982" u="none" cap="none" strike="noStrike">
                <a:solidFill>
                  <a:srgbClr val="FFFFFF"/>
                </a:solidFill>
                <a:latin typeface="Arial"/>
                <a:ea typeface="Arial"/>
                <a:cs typeface="Arial"/>
                <a:sym typeface="Arial"/>
              </a:endParaRPr>
            </a:p>
          </p:txBody>
        </p:sp>
        <p:sp>
          <p:nvSpPr>
            <p:cNvPr id="526" name="Google Shape;526;p43"/>
            <p:cNvSpPr/>
            <p:nvPr/>
          </p:nvSpPr>
          <p:spPr>
            <a:xfrm>
              <a:off x="3571359" y="2897726"/>
              <a:ext cx="85373" cy="158481"/>
            </a:xfrm>
            <a:custGeom>
              <a:rect b="b" l="l" r="r" t="t"/>
              <a:pathLst>
                <a:path extrusionOk="0" h="672" w="362">
                  <a:moveTo>
                    <a:pt x="321" y="143"/>
                  </a:moveTo>
                  <a:lnTo>
                    <a:pt x="321" y="143"/>
                  </a:lnTo>
                  <a:cubicBezTo>
                    <a:pt x="321" y="53"/>
                    <a:pt x="321" y="53"/>
                    <a:pt x="321" y="53"/>
                  </a:cubicBezTo>
                  <a:cubicBezTo>
                    <a:pt x="321" y="23"/>
                    <a:pt x="299" y="0"/>
                    <a:pt x="273" y="0"/>
                  </a:cubicBezTo>
                  <a:cubicBezTo>
                    <a:pt x="93" y="0"/>
                    <a:pt x="93" y="0"/>
                    <a:pt x="93" y="0"/>
                  </a:cubicBezTo>
                  <a:cubicBezTo>
                    <a:pt x="63" y="0"/>
                    <a:pt x="41" y="23"/>
                    <a:pt x="41" y="53"/>
                  </a:cubicBezTo>
                  <a:cubicBezTo>
                    <a:pt x="41" y="143"/>
                    <a:pt x="41" y="143"/>
                    <a:pt x="41" y="143"/>
                  </a:cubicBezTo>
                  <a:cubicBezTo>
                    <a:pt x="19" y="150"/>
                    <a:pt x="0" y="169"/>
                    <a:pt x="0" y="195"/>
                  </a:cubicBezTo>
                  <a:cubicBezTo>
                    <a:pt x="0" y="311"/>
                    <a:pt x="0" y="311"/>
                    <a:pt x="0" y="311"/>
                  </a:cubicBezTo>
                  <a:cubicBezTo>
                    <a:pt x="0" y="337"/>
                    <a:pt x="19" y="355"/>
                    <a:pt x="41" y="363"/>
                  </a:cubicBezTo>
                  <a:cubicBezTo>
                    <a:pt x="41" y="620"/>
                    <a:pt x="41" y="620"/>
                    <a:pt x="41" y="620"/>
                  </a:cubicBezTo>
                  <a:cubicBezTo>
                    <a:pt x="41" y="650"/>
                    <a:pt x="63" y="672"/>
                    <a:pt x="93" y="672"/>
                  </a:cubicBezTo>
                  <a:cubicBezTo>
                    <a:pt x="273" y="672"/>
                    <a:pt x="273" y="672"/>
                    <a:pt x="273" y="672"/>
                  </a:cubicBezTo>
                  <a:cubicBezTo>
                    <a:pt x="299" y="672"/>
                    <a:pt x="321" y="650"/>
                    <a:pt x="321" y="620"/>
                  </a:cubicBezTo>
                  <a:cubicBezTo>
                    <a:pt x="321" y="363"/>
                    <a:pt x="321" y="363"/>
                    <a:pt x="321" y="363"/>
                  </a:cubicBezTo>
                  <a:cubicBezTo>
                    <a:pt x="348" y="355"/>
                    <a:pt x="362" y="337"/>
                    <a:pt x="362" y="311"/>
                  </a:cubicBezTo>
                  <a:cubicBezTo>
                    <a:pt x="362" y="195"/>
                    <a:pt x="362" y="195"/>
                    <a:pt x="362" y="195"/>
                  </a:cubicBezTo>
                  <a:cubicBezTo>
                    <a:pt x="362" y="169"/>
                    <a:pt x="348" y="150"/>
                    <a:pt x="321" y="143"/>
                  </a:cubicBezTo>
                  <a:moveTo>
                    <a:pt x="63" y="307"/>
                  </a:moveTo>
                  <a:lnTo>
                    <a:pt x="63" y="307"/>
                  </a:lnTo>
                  <a:cubicBezTo>
                    <a:pt x="63" y="202"/>
                    <a:pt x="63" y="202"/>
                    <a:pt x="63" y="202"/>
                  </a:cubicBezTo>
                  <a:cubicBezTo>
                    <a:pt x="71" y="202"/>
                    <a:pt x="71" y="202"/>
                    <a:pt x="71" y="202"/>
                  </a:cubicBezTo>
                  <a:cubicBezTo>
                    <a:pt x="292" y="202"/>
                    <a:pt x="292" y="202"/>
                    <a:pt x="292" y="202"/>
                  </a:cubicBezTo>
                  <a:cubicBezTo>
                    <a:pt x="303" y="202"/>
                    <a:pt x="303" y="202"/>
                    <a:pt x="303" y="202"/>
                  </a:cubicBezTo>
                  <a:cubicBezTo>
                    <a:pt x="303" y="307"/>
                    <a:pt x="303" y="307"/>
                    <a:pt x="303" y="307"/>
                  </a:cubicBezTo>
                  <a:cubicBezTo>
                    <a:pt x="292" y="307"/>
                    <a:pt x="292" y="307"/>
                    <a:pt x="292" y="307"/>
                  </a:cubicBezTo>
                  <a:cubicBezTo>
                    <a:pt x="71" y="307"/>
                    <a:pt x="71" y="307"/>
                    <a:pt x="71" y="307"/>
                  </a:cubicBezTo>
                  <a:lnTo>
                    <a:pt x="63" y="307"/>
                  </a:lnTo>
                  <a:moveTo>
                    <a:pt x="101" y="64"/>
                  </a:moveTo>
                  <a:lnTo>
                    <a:pt x="101" y="64"/>
                  </a:lnTo>
                  <a:cubicBezTo>
                    <a:pt x="262" y="64"/>
                    <a:pt x="262" y="64"/>
                    <a:pt x="262" y="64"/>
                  </a:cubicBezTo>
                  <a:cubicBezTo>
                    <a:pt x="262" y="139"/>
                    <a:pt x="262" y="139"/>
                    <a:pt x="262" y="139"/>
                  </a:cubicBezTo>
                  <a:cubicBezTo>
                    <a:pt x="101" y="139"/>
                    <a:pt x="101" y="139"/>
                    <a:pt x="101" y="139"/>
                  </a:cubicBezTo>
                  <a:lnTo>
                    <a:pt x="101" y="64"/>
                  </a:lnTo>
                  <a:moveTo>
                    <a:pt x="262" y="613"/>
                  </a:moveTo>
                  <a:lnTo>
                    <a:pt x="262" y="613"/>
                  </a:lnTo>
                  <a:cubicBezTo>
                    <a:pt x="101" y="613"/>
                    <a:pt x="101" y="613"/>
                    <a:pt x="101" y="613"/>
                  </a:cubicBezTo>
                  <a:cubicBezTo>
                    <a:pt x="101" y="367"/>
                    <a:pt x="101" y="367"/>
                    <a:pt x="101" y="367"/>
                  </a:cubicBezTo>
                  <a:cubicBezTo>
                    <a:pt x="262" y="367"/>
                    <a:pt x="262" y="367"/>
                    <a:pt x="262" y="367"/>
                  </a:cubicBezTo>
                  <a:lnTo>
                    <a:pt x="262" y="613"/>
                  </a:lnTo>
                  <a:close/>
                </a:path>
              </a:pathLst>
            </a:custGeom>
            <a:solidFill>
              <a:schemeClr val="lt1"/>
            </a:solidFill>
            <a:ln>
              <a:noFill/>
            </a:ln>
          </p:spPr>
          <p:txBody>
            <a:bodyPr anchorCtr="1" anchor="ctr" bIns="24550" lIns="49100" spcFirstLastPara="1" rIns="49100" wrap="square" tIns="24550">
              <a:noAutofit/>
            </a:bodyPr>
            <a:lstStyle/>
            <a:p>
              <a:pPr indent="0" lvl="0" marL="0" marR="0" rtl="0" algn="l">
                <a:lnSpc>
                  <a:spcPct val="100000"/>
                </a:lnSpc>
                <a:spcBef>
                  <a:spcPts val="0"/>
                </a:spcBef>
                <a:spcAft>
                  <a:spcPts val="0"/>
                </a:spcAft>
                <a:buClr>
                  <a:srgbClr val="000000"/>
                </a:buClr>
                <a:buSzPts val="982"/>
                <a:buFont typeface="Arial"/>
                <a:buNone/>
              </a:pPr>
              <a:r>
                <a:t/>
              </a:r>
              <a:endParaRPr b="1" i="0" sz="982" u="none" cap="none" strike="noStrike">
                <a:solidFill>
                  <a:srgbClr val="FFFFFF"/>
                </a:solidFill>
                <a:latin typeface="Arial"/>
                <a:ea typeface="Arial"/>
                <a:cs typeface="Arial"/>
                <a:sym typeface="Arial"/>
              </a:endParaRPr>
            </a:p>
          </p:txBody>
        </p:sp>
        <p:sp>
          <p:nvSpPr>
            <p:cNvPr id="527" name="Google Shape;527;p43"/>
            <p:cNvSpPr/>
            <p:nvPr/>
          </p:nvSpPr>
          <p:spPr>
            <a:xfrm>
              <a:off x="3685976" y="2897726"/>
              <a:ext cx="85609" cy="158481"/>
            </a:xfrm>
            <a:custGeom>
              <a:rect b="b" l="l" r="r" t="t"/>
              <a:pathLst>
                <a:path extrusionOk="0" h="672" w="363">
                  <a:moveTo>
                    <a:pt x="322" y="143"/>
                  </a:moveTo>
                  <a:lnTo>
                    <a:pt x="322" y="143"/>
                  </a:lnTo>
                  <a:cubicBezTo>
                    <a:pt x="322" y="53"/>
                    <a:pt x="322" y="53"/>
                    <a:pt x="322" y="53"/>
                  </a:cubicBezTo>
                  <a:cubicBezTo>
                    <a:pt x="322" y="23"/>
                    <a:pt x="299" y="0"/>
                    <a:pt x="269" y="0"/>
                  </a:cubicBezTo>
                  <a:cubicBezTo>
                    <a:pt x="94" y="0"/>
                    <a:pt x="94" y="0"/>
                    <a:pt x="94" y="0"/>
                  </a:cubicBezTo>
                  <a:cubicBezTo>
                    <a:pt x="63" y="0"/>
                    <a:pt x="41" y="23"/>
                    <a:pt x="41" y="53"/>
                  </a:cubicBezTo>
                  <a:cubicBezTo>
                    <a:pt x="41" y="143"/>
                    <a:pt x="41" y="143"/>
                    <a:pt x="41" y="143"/>
                  </a:cubicBezTo>
                  <a:cubicBezTo>
                    <a:pt x="15" y="150"/>
                    <a:pt x="0" y="169"/>
                    <a:pt x="0" y="195"/>
                  </a:cubicBezTo>
                  <a:cubicBezTo>
                    <a:pt x="0" y="311"/>
                    <a:pt x="0" y="311"/>
                    <a:pt x="0" y="311"/>
                  </a:cubicBezTo>
                  <a:cubicBezTo>
                    <a:pt x="0" y="337"/>
                    <a:pt x="15" y="359"/>
                    <a:pt x="41" y="363"/>
                  </a:cubicBezTo>
                  <a:cubicBezTo>
                    <a:pt x="41" y="620"/>
                    <a:pt x="41" y="620"/>
                    <a:pt x="41" y="620"/>
                  </a:cubicBezTo>
                  <a:cubicBezTo>
                    <a:pt x="41" y="650"/>
                    <a:pt x="63" y="672"/>
                    <a:pt x="94" y="672"/>
                  </a:cubicBezTo>
                  <a:cubicBezTo>
                    <a:pt x="269" y="672"/>
                    <a:pt x="269" y="672"/>
                    <a:pt x="269" y="672"/>
                  </a:cubicBezTo>
                  <a:cubicBezTo>
                    <a:pt x="299" y="672"/>
                    <a:pt x="322" y="650"/>
                    <a:pt x="322" y="620"/>
                  </a:cubicBezTo>
                  <a:cubicBezTo>
                    <a:pt x="322" y="363"/>
                    <a:pt x="322" y="363"/>
                    <a:pt x="322" y="363"/>
                  </a:cubicBezTo>
                  <a:cubicBezTo>
                    <a:pt x="344" y="355"/>
                    <a:pt x="363" y="337"/>
                    <a:pt x="363" y="311"/>
                  </a:cubicBezTo>
                  <a:cubicBezTo>
                    <a:pt x="363" y="195"/>
                    <a:pt x="363" y="195"/>
                    <a:pt x="363" y="195"/>
                  </a:cubicBezTo>
                  <a:cubicBezTo>
                    <a:pt x="363" y="169"/>
                    <a:pt x="344" y="150"/>
                    <a:pt x="322" y="143"/>
                  </a:cubicBezTo>
                  <a:moveTo>
                    <a:pt x="60" y="307"/>
                  </a:moveTo>
                  <a:lnTo>
                    <a:pt x="60" y="307"/>
                  </a:lnTo>
                  <a:cubicBezTo>
                    <a:pt x="60" y="202"/>
                    <a:pt x="60" y="202"/>
                    <a:pt x="60" y="202"/>
                  </a:cubicBezTo>
                  <a:cubicBezTo>
                    <a:pt x="71" y="202"/>
                    <a:pt x="71" y="202"/>
                    <a:pt x="71" y="202"/>
                  </a:cubicBezTo>
                  <a:cubicBezTo>
                    <a:pt x="292" y="202"/>
                    <a:pt x="292" y="202"/>
                    <a:pt x="292" y="202"/>
                  </a:cubicBezTo>
                  <a:cubicBezTo>
                    <a:pt x="299" y="202"/>
                    <a:pt x="299" y="202"/>
                    <a:pt x="299" y="202"/>
                  </a:cubicBezTo>
                  <a:cubicBezTo>
                    <a:pt x="299" y="307"/>
                    <a:pt x="299" y="307"/>
                    <a:pt x="299" y="307"/>
                  </a:cubicBezTo>
                  <a:cubicBezTo>
                    <a:pt x="292" y="307"/>
                    <a:pt x="292" y="307"/>
                    <a:pt x="292" y="307"/>
                  </a:cubicBezTo>
                  <a:cubicBezTo>
                    <a:pt x="71" y="307"/>
                    <a:pt x="71" y="307"/>
                    <a:pt x="71" y="307"/>
                  </a:cubicBezTo>
                  <a:lnTo>
                    <a:pt x="60" y="307"/>
                  </a:lnTo>
                  <a:moveTo>
                    <a:pt x="101" y="64"/>
                  </a:moveTo>
                  <a:lnTo>
                    <a:pt x="101" y="64"/>
                  </a:lnTo>
                  <a:cubicBezTo>
                    <a:pt x="262" y="64"/>
                    <a:pt x="262" y="64"/>
                    <a:pt x="262" y="64"/>
                  </a:cubicBezTo>
                  <a:cubicBezTo>
                    <a:pt x="262" y="139"/>
                    <a:pt x="262" y="139"/>
                    <a:pt x="262" y="139"/>
                  </a:cubicBezTo>
                  <a:cubicBezTo>
                    <a:pt x="101" y="139"/>
                    <a:pt x="101" y="139"/>
                    <a:pt x="101" y="139"/>
                  </a:cubicBezTo>
                  <a:lnTo>
                    <a:pt x="101" y="64"/>
                  </a:lnTo>
                  <a:moveTo>
                    <a:pt x="262" y="613"/>
                  </a:moveTo>
                  <a:lnTo>
                    <a:pt x="262" y="613"/>
                  </a:lnTo>
                  <a:cubicBezTo>
                    <a:pt x="101" y="613"/>
                    <a:pt x="101" y="613"/>
                    <a:pt x="101" y="613"/>
                  </a:cubicBezTo>
                  <a:cubicBezTo>
                    <a:pt x="101" y="367"/>
                    <a:pt x="101" y="367"/>
                    <a:pt x="101" y="367"/>
                  </a:cubicBezTo>
                  <a:cubicBezTo>
                    <a:pt x="262" y="367"/>
                    <a:pt x="262" y="367"/>
                    <a:pt x="262" y="367"/>
                  </a:cubicBezTo>
                  <a:lnTo>
                    <a:pt x="262" y="613"/>
                  </a:lnTo>
                  <a:close/>
                </a:path>
              </a:pathLst>
            </a:custGeom>
            <a:solidFill>
              <a:schemeClr val="lt1"/>
            </a:solidFill>
            <a:ln>
              <a:noFill/>
            </a:ln>
          </p:spPr>
          <p:txBody>
            <a:bodyPr anchorCtr="1" anchor="ctr" bIns="24550" lIns="49100" spcFirstLastPara="1" rIns="49100" wrap="square" tIns="24550">
              <a:noAutofit/>
            </a:bodyPr>
            <a:lstStyle/>
            <a:p>
              <a:pPr indent="0" lvl="0" marL="0" marR="0" rtl="0" algn="l">
                <a:lnSpc>
                  <a:spcPct val="100000"/>
                </a:lnSpc>
                <a:spcBef>
                  <a:spcPts val="0"/>
                </a:spcBef>
                <a:spcAft>
                  <a:spcPts val="0"/>
                </a:spcAft>
                <a:buClr>
                  <a:srgbClr val="000000"/>
                </a:buClr>
                <a:buSzPts val="982"/>
                <a:buFont typeface="Arial"/>
                <a:buNone/>
              </a:pPr>
              <a:r>
                <a:t/>
              </a:r>
              <a:endParaRPr b="1" i="0" sz="982" u="none" cap="none" strike="noStrike">
                <a:solidFill>
                  <a:srgbClr val="FFFFFF"/>
                </a:solidFill>
                <a:latin typeface="Arial"/>
                <a:ea typeface="Arial"/>
                <a:cs typeface="Arial"/>
                <a:sym typeface="Arial"/>
              </a:endParaRPr>
            </a:p>
          </p:txBody>
        </p:sp>
        <p:sp>
          <p:nvSpPr>
            <p:cNvPr id="528" name="Google Shape;528;p43"/>
            <p:cNvSpPr/>
            <p:nvPr/>
          </p:nvSpPr>
          <p:spPr>
            <a:xfrm>
              <a:off x="3799649" y="2897726"/>
              <a:ext cx="85609" cy="158481"/>
            </a:xfrm>
            <a:custGeom>
              <a:rect b="b" l="l" r="r" t="t"/>
              <a:pathLst>
                <a:path extrusionOk="0" h="672" w="363">
                  <a:moveTo>
                    <a:pt x="42" y="531"/>
                  </a:moveTo>
                  <a:lnTo>
                    <a:pt x="42" y="531"/>
                  </a:lnTo>
                  <a:cubicBezTo>
                    <a:pt x="42" y="620"/>
                    <a:pt x="42" y="620"/>
                    <a:pt x="42" y="620"/>
                  </a:cubicBezTo>
                  <a:cubicBezTo>
                    <a:pt x="42" y="650"/>
                    <a:pt x="67" y="672"/>
                    <a:pt x="94" y="672"/>
                  </a:cubicBezTo>
                  <a:cubicBezTo>
                    <a:pt x="273" y="672"/>
                    <a:pt x="273" y="672"/>
                    <a:pt x="273" y="672"/>
                  </a:cubicBezTo>
                  <a:cubicBezTo>
                    <a:pt x="299" y="672"/>
                    <a:pt x="326" y="650"/>
                    <a:pt x="326" y="620"/>
                  </a:cubicBezTo>
                  <a:cubicBezTo>
                    <a:pt x="326" y="531"/>
                    <a:pt x="326" y="531"/>
                    <a:pt x="326" y="531"/>
                  </a:cubicBezTo>
                  <a:cubicBezTo>
                    <a:pt x="348" y="528"/>
                    <a:pt x="363" y="505"/>
                    <a:pt x="363" y="479"/>
                  </a:cubicBezTo>
                  <a:cubicBezTo>
                    <a:pt x="363" y="363"/>
                    <a:pt x="363" y="363"/>
                    <a:pt x="363" y="363"/>
                  </a:cubicBezTo>
                  <a:cubicBezTo>
                    <a:pt x="363" y="337"/>
                    <a:pt x="348" y="318"/>
                    <a:pt x="326" y="311"/>
                  </a:cubicBezTo>
                  <a:cubicBezTo>
                    <a:pt x="326" y="53"/>
                    <a:pt x="326" y="53"/>
                    <a:pt x="326" y="53"/>
                  </a:cubicBezTo>
                  <a:cubicBezTo>
                    <a:pt x="326" y="23"/>
                    <a:pt x="299" y="0"/>
                    <a:pt x="273" y="0"/>
                  </a:cubicBezTo>
                  <a:cubicBezTo>
                    <a:pt x="94" y="0"/>
                    <a:pt x="94" y="0"/>
                    <a:pt x="94" y="0"/>
                  </a:cubicBezTo>
                  <a:cubicBezTo>
                    <a:pt x="67" y="0"/>
                    <a:pt x="42" y="23"/>
                    <a:pt x="42" y="53"/>
                  </a:cubicBezTo>
                  <a:cubicBezTo>
                    <a:pt x="42" y="311"/>
                    <a:pt x="42" y="311"/>
                    <a:pt x="42" y="311"/>
                  </a:cubicBezTo>
                  <a:cubicBezTo>
                    <a:pt x="19" y="318"/>
                    <a:pt x="0" y="337"/>
                    <a:pt x="0" y="363"/>
                  </a:cubicBezTo>
                  <a:cubicBezTo>
                    <a:pt x="0" y="479"/>
                    <a:pt x="0" y="479"/>
                    <a:pt x="0" y="479"/>
                  </a:cubicBezTo>
                  <a:cubicBezTo>
                    <a:pt x="0" y="505"/>
                    <a:pt x="19" y="528"/>
                    <a:pt x="42" y="531"/>
                  </a:cubicBezTo>
                  <a:moveTo>
                    <a:pt x="303" y="367"/>
                  </a:moveTo>
                  <a:lnTo>
                    <a:pt x="303" y="367"/>
                  </a:lnTo>
                  <a:cubicBezTo>
                    <a:pt x="303" y="475"/>
                    <a:pt x="303" y="475"/>
                    <a:pt x="303" y="475"/>
                  </a:cubicBezTo>
                  <a:cubicBezTo>
                    <a:pt x="292" y="475"/>
                    <a:pt x="292" y="475"/>
                    <a:pt x="292" y="475"/>
                  </a:cubicBezTo>
                  <a:cubicBezTo>
                    <a:pt x="71" y="475"/>
                    <a:pt x="71" y="475"/>
                    <a:pt x="71" y="475"/>
                  </a:cubicBezTo>
                  <a:cubicBezTo>
                    <a:pt x="64" y="475"/>
                    <a:pt x="64" y="475"/>
                    <a:pt x="64" y="475"/>
                  </a:cubicBezTo>
                  <a:cubicBezTo>
                    <a:pt x="64" y="367"/>
                    <a:pt x="64" y="367"/>
                    <a:pt x="64" y="367"/>
                  </a:cubicBezTo>
                  <a:cubicBezTo>
                    <a:pt x="71" y="367"/>
                    <a:pt x="71" y="367"/>
                    <a:pt x="71" y="367"/>
                  </a:cubicBezTo>
                  <a:cubicBezTo>
                    <a:pt x="292" y="367"/>
                    <a:pt x="292" y="367"/>
                    <a:pt x="292" y="367"/>
                  </a:cubicBezTo>
                  <a:lnTo>
                    <a:pt x="303" y="367"/>
                  </a:lnTo>
                  <a:moveTo>
                    <a:pt x="262" y="613"/>
                  </a:moveTo>
                  <a:lnTo>
                    <a:pt x="262" y="613"/>
                  </a:lnTo>
                  <a:cubicBezTo>
                    <a:pt x="105" y="613"/>
                    <a:pt x="105" y="613"/>
                    <a:pt x="105" y="613"/>
                  </a:cubicBezTo>
                  <a:cubicBezTo>
                    <a:pt x="105" y="535"/>
                    <a:pt x="105" y="535"/>
                    <a:pt x="105" y="535"/>
                  </a:cubicBezTo>
                  <a:cubicBezTo>
                    <a:pt x="262" y="535"/>
                    <a:pt x="262" y="535"/>
                    <a:pt x="262" y="535"/>
                  </a:cubicBezTo>
                  <a:lnTo>
                    <a:pt x="262" y="613"/>
                  </a:lnTo>
                  <a:moveTo>
                    <a:pt x="105" y="64"/>
                  </a:moveTo>
                  <a:lnTo>
                    <a:pt x="105" y="64"/>
                  </a:lnTo>
                  <a:cubicBezTo>
                    <a:pt x="262" y="64"/>
                    <a:pt x="262" y="64"/>
                    <a:pt x="262" y="64"/>
                  </a:cubicBezTo>
                  <a:cubicBezTo>
                    <a:pt x="262" y="307"/>
                    <a:pt x="262" y="307"/>
                    <a:pt x="262" y="307"/>
                  </a:cubicBezTo>
                  <a:cubicBezTo>
                    <a:pt x="105" y="307"/>
                    <a:pt x="105" y="307"/>
                    <a:pt x="105" y="307"/>
                  </a:cubicBezTo>
                  <a:lnTo>
                    <a:pt x="105" y="64"/>
                  </a:lnTo>
                  <a:close/>
                </a:path>
              </a:pathLst>
            </a:custGeom>
            <a:solidFill>
              <a:schemeClr val="lt1"/>
            </a:solidFill>
            <a:ln>
              <a:noFill/>
            </a:ln>
          </p:spPr>
          <p:txBody>
            <a:bodyPr anchorCtr="1" anchor="ctr" bIns="24550" lIns="49100" spcFirstLastPara="1" rIns="49100" wrap="square" tIns="24550">
              <a:noAutofit/>
            </a:bodyPr>
            <a:lstStyle/>
            <a:p>
              <a:pPr indent="0" lvl="0" marL="0" marR="0" rtl="0" algn="l">
                <a:lnSpc>
                  <a:spcPct val="100000"/>
                </a:lnSpc>
                <a:spcBef>
                  <a:spcPts val="0"/>
                </a:spcBef>
                <a:spcAft>
                  <a:spcPts val="0"/>
                </a:spcAft>
                <a:buClr>
                  <a:srgbClr val="000000"/>
                </a:buClr>
                <a:buSzPts val="982"/>
                <a:buFont typeface="Arial"/>
                <a:buNone/>
              </a:pPr>
              <a:r>
                <a:t/>
              </a:r>
              <a:endParaRPr b="1" i="0" sz="982" u="none" cap="none" strike="noStrike">
                <a:solidFill>
                  <a:srgbClr val="FFFFFF"/>
                </a:solidFill>
                <a:latin typeface="Arial"/>
                <a:ea typeface="Arial"/>
                <a:cs typeface="Arial"/>
                <a:sym typeface="Arial"/>
              </a:endParaRPr>
            </a:p>
          </p:txBody>
        </p:sp>
        <p:sp>
          <p:nvSpPr>
            <p:cNvPr id="529" name="Google Shape;529;p43"/>
            <p:cNvSpPr/>
            <p:nvPr/>
          </p:nvSpPr>
          <p:spPr>
            <a:xfrm>
              <a:off x="3914266" y="2897726"/>
              <a:ext cx="85609" cy="158481"/>
            </a:xfrm>
            <a:custGeom>
              <a:rect b="b" l="l" r="r" t="t"/>
              <a:pathLst>
                <a:path extrusionOk="0" h="672" w="363">
                  <a:moveTo>
                    <a:pt x="42" y="453"/>
                  </a:moveTo>
                  <a:lnTo>
                    <a:pt x="42" y="453"/>
                  </a:lnTo>
                  <a:cubicBezTo>
                    <a:pt x="42" y="620"/>
                    <a:pt x="42" y="620"/>
                    <a:pt x="42" y="620"/>
                  </a:cubicBezTo>
                  <a:cubicBezTo>
                    <a:pt x="42" y="650"/>
                    <a:pt x="64" y="672"/>
                    <a:pt x="94" y="672"/>
                  </a:cubicBezTo>
                  <a:cubicBezTo>
                    <a:pt x="270" y="672"/>
                    <a:pt x="270" y="672"/>
                    <a:pt x="270" y="672"/>
                  </a:cubicBezTo>
                  <a:cubicBezTo>
                    <a:pt x="299" y="672"/>
                    <a:pt x="322" y="650"/>
                    <a:pt x="322" y="620"/>
                  </a:cubicBezTo>
                  <a:cubicBezTo>
                    <a:pt x="322" y="453"/>
                    <a:pt x="322" y="453"/>
                    <a:pt x="322" y="453"/>
                  </a:cubicBezTo>
                  <a:cubicBezTo>
                    <a:pt x="344" y="445"/>
                    <a:pt x="363" y="423"/>
                    <a:pt x="363" y="397"/>
                  </a:cubicBezTo>
                  <a:cubicBezTo>
                    <a:pt x="363" y="281"/>
                    <a:pt x="363" y="281"/>
                    <a:pt x="363" y="281"/>
                  </a:cubicBezTo>
                  <a:cubicBezTo>
                    <a:pt x="363" y="259"/>
                    <a:pt x="344" y="236"/>
                    <a:pt x="322" y="228"/>
                  </a:cubicBezTo>
                  <a:cubicBezTo>
                    <a:pt x="322" y="53"/>
                    <a:pt x="322" y="53"/>
                    <a:pt x="322" y="53"/>
                  </a:cubicBezTo>
                  <a:cubicBezTo>
                    <a:pt x="322" y="23"/>
                    <a:pt x="299" y="0"/>
                    <a:pt x="270" y="0"/>
                  </a:cubicBezTo>
                  <a:cubicBezTo>
                    <a:pt x="94" y="0"/>
                    <a:pt x="94" y="0"/>
                    <a:pt x="94" y="0"/>
                  </a:cubicBezTo>
                  <a:cubicBezTo>
                    <a:pt x="64" y="0"/>
                    <a:pt x="42" y="23"/>
                    <a:pt x="42" y="53"/>
                  </a:cubicBezTo>
                  <a:cubicBezTo>
                    <a:pt x="42" y="228"/>
                    <a:pt x="42" y="228"/>
                    <a:pt x="42" y="228"/>
                  </a:cubicBezTo>
                  <a:cubicBezTo>
                    <a:pt x="19" y="236"/>
                    <a:pt x="0" y="259"/>
                    <a:pt x="0" y="281"/>
                  </a:cubicBezTo>
                  <a:cubicBezTo>
                    <a:pt x="0" y="397"/>
                    <a:pt x="0" y="397"/>
                    <a:pt x="0" y="397"/>
                  </a:cubicBezTo>
                  <a:cubicBezTo>
                    <a:pt x="0" y="423"/>
                    <a:pt x="19" y="445"/>
                    <a:pt x="42" y="453"/>
                  </a:cubicBezTo>
                  <a:moveTo>
                    <a:pt x="303" y="284"/>
                  </a:moveTo>
                  <a:lnTo>
                    <a:pt x="303" y="284"/>
                  </a:lnTo>
                  <a:cubicBezTo>
                    <a:pt x="303" y="393"/>
                    <a:pt x="303" y="393"/>
                    <a:pt x="303" y="393"/>
                  </a:cubicBezTo>
                  <a:cubicBezTo>
                    <a:pt x="292" y="393"/>
                    <a:pt x="292" y="393"/>
                    <a:pt x="292" y="393"/>
                  </a:cubicBezTo>
                  <a:cubicBezTo>
                    <a:pt x="71" y="393"/>
                    <a:pt x="71" y="393"/>
                    <a:pt x="71" y="393"/>
                  </a:cubicBezTo>
                  <a:cubicBezTo>
                    <a:pt x="60" y="393"/>
                    <a:pt x="60" y="393"/>
                    <a:pt x="60" y="393"/>
                  </a:cubicBezTo>
                  <a:cubicBezTo>
                    <a:pt x="60" y="284"/>
                    <a:pt x="60" y="284"/>
                    <a:pt x="60" y="284"/>
                  </a:cubicBezTo>
                  <a:cubicBezTo>
                    <a:pt x="71" y="284"/>
                    <a:pt x="71" y="284"/>
                    <a:pt x="71" y="284"/>
                  </a:cubicBezTo>
                  <a:cubicBezTo>
                    <a:pt x="292" y="284"/>
                    <a:pt x="292" y="284"/>
                    <a:pt x="292" y="284"/>
                  </a:cubicBezTo>
                  <a:lnTo>
                    <a:pt x="303" y="284"/>
                  </a:lnTo>
                  <a:moveTo>
                    <a:pt x="262" y="613"/>
                  </a:moveTo>
                  <a:lnTo>
                    <a:pt x="262" y="613"/>
                  </a:lnTo>
                  <a:cubicBezTo>
                    <a:pt x="101" y="613"/>
                    <a:pt x="101" y="613"/>
                    <a:pt x="101" y="613"/>
                  </a:cubicBezTo>
                  <a:cubicBezTo>
                    <a:pt x="101" y="453"/>
                    <a:pt x="101" y="453"/>
                    <a:pt x="101" y="453"/>
                  </a:cubicBezTo>
                  <a:cubicBezTo>
                    <a:pt x="262" y="453"/>
                    <a:pt x="262" y="453"/>
                    <a:pt x="262" y="453"/>
                  </a:cubicBezTo>
                  <a:cubicBezTo>
                    <a:pt x="262" y="613"/>
                    <a:pt x="262" y="613"/>
                    <a:pt x="262" y="613"/>
                  </a:cubicBezTo>
                  <a:moveTo>
                    <a:pt x="101" y="64"/>
                  </a:moveTo>
                  <a:lnTo>
                    <a:pt x="101" y="64"/>
                  </a:lnTo>
                  <a:cubicBezTo>
                    <a:pt x="262" y="64"/>
                    <a:pt x="262" y="64"/>
                    <a:pt x="262" y="64"/>
                  </a:cubicBezTo>
                  <a:cubicBezTo>
                    <a:pt x="262" y="225"/>
                    <a:pt x="262" y="225"/>
                    <a:pt x="262" y="225"/>
                  </a:cubicBezTo>
                  <a:cubicBezTo>
                    <a:pt x="101" y="225"/>
                    <a:pt x="101" y="225"/>
                    <a:pt x="101" y="225"/>
                  </a:cubicBezTo>
                  <a:lnTo>
                    <a:pt x="101" y="64"/>
                  </a:lnTo>
                  <a:close/>
                </a:path>
              </a:pathLst>
            </a:custGeom>
            <a:solidFill>
              <a:schemeClr val="lt1"/>
            </a:solidFill>
            <a:ln>
              <a:noFill/>
            </a:ln>
          </p:spPr>
          <p:txBody>
            <a:bodyPr anchorCtr="1" anchor="ctr" bIns="24550" lIns="49100" spcFirstLastPara="1" rIns="49100" wrap="square" tIns="24550">
              <a:noAutofit/>
            </a:bodyPr>
            <a:lstStyle/>
            <a:p>
              <a:pPr indent="0" lvl="0" marL="0" marR="0" rtl="0" algn="l">
                <a:lnSpc>
                  <a:spcPct val="100000"/>
                </a:lnSpc>
                <a:spcBef>
                  <a:spcPts val="0"/>
                </a:spcBef>
                <a:spcAft>
                  <a:spcPts val="0"/>
                </a:spcAft>
                <a:buClr>
                  <a:srgbClr val="000000"/>
                </a:buClr>
                <a:buSzPts val="982"/>
                <a:buFont typeface="Arial"/>
                <a:buNone/>
              </a:pPr>
              <a:r>
                <a:t/>
              </a:r>
              <a:endParaRPr b="1" i="0" sz="982" u="none" cap="none" strike="noStrike">
                <a:solidFill>
                  <a:srgbClr val="FFFFFF"/>
                </a:solidFill>
                <a:latin typeface="Arial"/>
                <a:ea typeface="Arial"/>
                <a:cs typeface="Arial"/>
                <a:sym typeface="Arial"/>
              </a:endParaRPr>
            </a:p>
          </p:txBody>
        </p:sp>
      </p:grpSp>
      <p:grpSp>
        <p:nvGrpSpPr>
          <p:cNvPr id="530" name="Google Shape;530;p43"/>
          <p:cNvGrpSpPr/>
          <p:nvPr/>
        </p:nvGrpSpPr>
        <p:grpSpPr>
          <a:xfrm>
            <a:off x="150923" y="3155298"/>
            <a:ext cx="268510" cy="229634"/>
            <a:chOff x="5969825" y="2124419"/>
            <a:chExt cx="491957" cy="420730"/>
          </a:xfrm>
        </p:grpSpPr>
        <p:sp>
          <p:nvSpPr>
            <p:cNvPr id="531" name="Google Shape;531;p43"/>
            <p:cNvSpPr/>
            <p:nvPr/>
          </p:nvSpPr>
          <p:spPr>
            <a:xfrm>
              <a:off x="6149062" y="2257667"/>
              <a:ext cx="137257" cy="255645"/>
            </a:xfrm>
            <a:custGeom>
              <a:rect b="b" l="l" r="r" t="t"/>
              <a:pathLst>
                <a:path extrusionOk="0" h="1084" w="582">
                  <a:moveTo>
                    <a:pt x="141" y="1080"/>
                  </a:moveTo>
                  <a:lnTo>
                    <a:pt x="141" y="1080"/>
                  </a:lnTo>
                  <a:cubicBezTo>
                    <a:pt x="145" y="1084"/>
                    <a:pt x="149" y="1084"/>
                    <a:pt x="152" y="1084"/>
                  </a:cubicBezTo>
                  <a:cubicBezTo>
                    <a:pt x="163" y="1084"/>
                    <a:pt x="171" y="1080"/>
                    <a:pt x="178" y="1073"/>
                  </a:cubicBezTo>
                  <a:cubicBezTo>
                    <a:pt x="564" y="587"/>
                    <a:pt x="564" y="587"/>
                    <a:pt x="564" y="587"/>
                  </a:cubicBezTo>
                  <a:cubicBezTo>
                    <a:pt x="571" y="579"/>
                    <a:pt x="590" y="557"/>
                    <a:pt x="579" y="534"/>
                  </a:cubicBezTo>
                  <a:cubicBezTo>
                    <a:pt x="567" y="512"/>
                    <a:pt x="541" y="512"/>
                    <a:pt x="526" y="512"/>
                  </a:cubicBezTo>
                  <a:cubicBezTo>
                    <a:pt x="440" y="512"/>
                    <a:pt x="440" y="512"/>
                    <a:pt x="440" y="512"/>
                  </a:cubicBezTo>
                  <a:cubicBezTo>
                    <a:pt x="504" y="344"/>
                    <a:pt x="504" y="344"/>
                    <a:pt x="504" y="344"/>
                  </a:cubicBezTo>
                  <a:cubicBezTo>
                    <a:pt x="508" y="332"/>
                    <a:pt x="519" y="306"/>
                    <a:pt x="504" y="288"/>
                  </a:cubicBezTo>
                  <a:cubicBezTo>
                    <a:pt x="496" y="273"/>
                    <a:pt x="481" y="265"/>
                    <a:pt x="463" y="261"/>
                  </a:cubicBezTo>
                  <a:cubicBezTo>
                    <a:pt x="459" y="261"/>
                    <a:pt x="459" y="261"/>
                    <a:pt x="455" y="261"/>
                  </a:cubicBezTo>
                  <a:cubicBezTo>
                    <a:pt x="399" y="261"/>
                    <a:pt x="399" y="261"/>
                    <a:pt x="399" y="261"/>
                  </a:cubicBezTo>
                  <a:cubicBezTo>
                    <a:pt x="466" y="63"/>
                    <a:pt x="466" y="63"/>
                    <a:pt x="466" y="63"/>
                  </a:cubicBezTo>
                  <a:cubicBezTo>
                    <a:pt x="470" y="52"/>
                    <a:pt x="470" y="33"/>
                    <a:pt x="459" y="22"/>
                  </a:cubicBezTo>
                  <a:cubicBezTo>
                    <a:pt x="451" y="11"/>
                    <a:pt x="437" y="0"/>
                    <a:pt x="422" y="0"/>
                  </a:cubicBezTo>
                  <a:cubicBezTo>
                    <a:pt x="186" y="0"/>
                    <a:pt x="186" y="0"/>
                    <a:pt x="186" y="0"/>
                  </a:cubicBezTo>
                  <a:cubicBezTo>
                    <a:pt x="163" y="0"/>
                    <a:pt x="145" y="15"/>
                    <a:pt x="134" y="37"/>
                  </a:cubicBezTo>
                  <a:cubicBezTo>
                    <a:pt x="92" y="149"/>
                    <a:pt x="92" y="149"/>
                    <a:pt x="92" y="149"/>
                  </a:cubicBezTo>
                  <a:cubicBezTo>
                    <a:pt x="89" y="168"/>
                    <a:pt x="96" y="187"/>
                    <a:pt x="115" y="191"/>
                  </a:cubicBezTo>
                  <a:cubicBezTo>
                    <a:pt x="130" y="194"/>
                    <a:pt x="145" y="183"/>
                    <a:pt x="152" y="168"/>
                  </a:cubicBezTo>
                  <a:cubicBezTo>
                    <a:pt x="190" y="63"/>
                    <a:pt x="190" y="63"/>
                    <a:pt x="190" y="63"/>
                  </a:cubicBezTo>
                  <a:cubicBezTo>
                    <a:pt x="403" y="63"/>
                    <a:pt x="403" y="63"/>
                    <a:pt x="403" y="63"/>
                  </a:cubicBezTo>
                  <a:cubicBezTo>
                    <a:pt x="328" y="284"/>
                    <a:pt x="328" y="284"/>
                    <a:pt x="328" y="284"/>
                  </a:cubicBezTo>
                  <a:cubicBezTo>
                    <a:pt x="324" y="295"/>
                    <a:pt x="328" y="310"/>
                    <a:pt x="339" y="318"/>
                  </a:cubicBezTo>
                  <a:cubicBezTo>
                    <a:pt x="347" y="321"/>
                    <a:pt x="350" y="321"/>
                    <a:pt x="358" y="321"/>
                  </a:cubicBezTo>
                  <a:cubicBezTo>
                    <a:pt x="448" y="321"/>
                    <a:pt x="448" y="321"/>
                    <a:pt x="448" y="321"/>
                  </a:cubicBezTo>
                  <a:cubicBezTo>
                    <a:pt x="369" y="531"/>
                    <a:pt x="369" y="531"/>
                    <a:pt x="369" y="531"/>
                  </a:cubicBezTo>
                  <a:cubicBezTo>
                    <a:pt x="366" y="542"/>
                    <a:pt x="369" y="561"/>
                    <a:pt x="380" y="568"/>
                  </a:cubicBezTo>
                  <a:cubicBezTo>
                    <a:pt x="388" y="572"/>
                    <a:pt x="392" y="572"/>
                    <a:pt x="399" y="572"/>
                  </a:cubicBezTo>
                  <a:cubicBezTo>
                    <a:pt x="500" y="572"/>
                    <a:pt x="500" y="572"/>
                    <a:pt x="500" y="572"/>
                  </a:cubicBezTo>
                  <a:cubicBezTo>
                    <a:pt x="212" y="934"/>
                    <a:pt x="212" y="934"/>
                    <a:pt x="212" y="934"/>
                  </a:cubicBezTo>
                  <a:cubicBezTo>
                    <a:pt x="268" y="665"/>
                    <a:pt x="268" y="665"/>
                    <a:pt x="268" y="665"/>
                  </a:cubicBezTo>
                  <a:cubicBezTo>
                    <a:pt x="272" y="654"/>
                    <a:pt x="265" y="639"/>
                    <a:pt x="253" y="632"/>
                  </a:cubicBezTo>
                  <a:cubicBezTo>
                    <a:pt x="250" y="628"/>
                    <a:pt x="242" y="628"/>
                    <a:pt x="238" y="628"/>
                  </a:cubicBezTo>
                  <a:cubicBezTo>
                    <a:pt x="119" y="628"/>
                    <a:pt x="119" y="628"/>
                    <a:pt x="119" y="628"/>
                  </a:cubicBezTo>
                  <a:cubicBezTo>
                    <a:pt x="194" y="437"/>
                    <a:pt x="194" y="437"/>
                    <a:pt x="194" y="437"/>
                  </a:cubicBezTo>
                  <a:cubicBezTo>
                    <a:pt x="201" y="426"/>
                    <a:pt x="194" y="411"/>
                    <a:pt x="182" y="400"/>
                  </a:cubicBezTo>
                  <a:cubicBezTo>
                    <a:pt x="178" y="396"/>
                    <a:pt x="171" y="396"/>
                    <a:pt x="163" y="396"/>
                  </a:cubicBezTo>
                  <a:cubicBezTo>
                    <a:pt x="70" y="396"/>
                    <a:pt x="70" y="396"/>
                    <a:pt x="70" y="396"/>
                  </a:cubicBezTo>
                  <a:cubicBezTo>
                    <a:pt x="107" y="295"/>
                    <a:pt x="107" y="295"/>
                    <a:pt x="107" y="295"/>
                  </a:cubicBezTo>
                  <a:cubicBezTo>
                    <a:pt x="115" y="276"/>
                    <a:pt x="104" y="258"/>
                    <a:pt x="81" y="254"/>
                  </a:cubicBezTo>
                  <a:cubicBezTo>
                    <a:pt x="70" y="250"/>
                    <a:pt x="55" y="261"/>
                    <a:pt x="51" y="273"/>
                  </a:cubicBezTo>
                  <a:cubicBezTo>
                    <a:pt x="7" y="392"/>
                    <a:pt x="7" y="392"/>
                    <a:pt x="7" y="392"/>
                  </a:cubicBezTo>
                  <a:cubicBezTo>
                    <a:pt x="-1" y="407"/>
                    <a:pt x="-5" y="426"/>
                    <a:pt x="7" y="441"/>
                  </a:cubicBezTo>
                  <a:cubicBezTo>
                    <a:pt x="18" y="456"/>
                    <a:pt x="36" y="456"/>
                    <a:pt x="44" y="456"/>
                  </a:cubicBezTo>
                  <a:cubicBezTo>
                    <a:pt x="122" y="456"/>
                    <a:pt x="122" y="456"/>
                    <a:pt x="122" y="456"/>
                  </a:cubicBezTo>
                  <a:cubicBezTo>
                    <a:pt x="55" y="624"/>
                    <a:pt x="55" y="624"/>
                    <a:pt x="55" y="624"/>
                  </a:cubicBezTo>
                  <a:cubicBezTo>
                    <a:pt x="47" y="639"/>
                    <a:pt x="44" y="654"/>
                    <a:pt x="55" y="673"/>
                  </a:cubicBezTo>
                  <a:cubicBezTo>
                    <a:pt x="66" y="691"/>
                    <a:pt x="85" y="691"/>
                    <a:pt x="96" y="691"/>
                  </a:cubicBezTo>
                  <a:cubicBezTo>
                    <a:pt x="201" y="691"/>
                    <a:pt x="201" y="691"/>
                    <a:pt x="201" y="691"/>
                  </a:cubicBezTo>
                  <a:cubicBezTo>
                    <a:pt x="122" y="1047"/>
                    <a:pt x="122" y="1047"/>
                    <a:pt x="122" y="1047"/>
                  </a:cubicBezTo>
                  <a:cubicBezTo>
                    <a:pt x="122" y="1062"/>
                    <a:pt x="126" y="1077"/>
                    <a:pt x="141" y="1080"/>
                  </a:cubicBezTo>
                  <a:close/>
                </a:path>
              </a:pathLst>
            </a:custGeom>
            <a:solidFill>
              <a:schemeClr val="lt1"/>
            </a:solidFill>
            <a:ln>
              <a:noFill/>
            </a:ln>
          </p:spPr>
          <p:txBody>
            <a:bodyPr anchorCtr="1" anchor="ctr" bIns="24550" lIns="49125" spcFirstLastPara="1" rIns="49125" wrap="square" tIns="24550">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sp>
          <p:nvSpPr>
            <p:cNvPr id="532" name="Google Shape;532;p43"/>
            <p:cNvSpPr/>
            <p:nvPr/>
          </p:nvSpPr>
          <p:spPr>
            <a:xfrm>
              <a:off x="6188447" y="2184322"/>
              <a:ext cx="53771" cy="54714"/>
            </a:xfrm>
            <a:custGeom>
              <a:rect b="b" l="l" r="r" t="t"/>
              <a:pathLst>
                <a:path extrusionOk="0" h="232" w="228">
                  <a:moveTo>
                    <a:pt x="116" y="232"/>
                  </a:moveTo>
                  <a:lnTo>
                    <a:pt x="116" y="232"/>
                  </a:lnTo>
                  <a:cubicBezTo>
                    <a:pt x="176" y="232"/>
                    <a:pt x="228" y="180"/>
                    <a:pt x="228" y="116"/>
                  </a:cubicBezTo>
                  <a:cubicBezTo>
                    <a:pt x="228" y="53"/>
                    <a:pt x="176" y="0"/>
                    <a:pt x="116" y="0"/>
                  </a:cubicBezTo>
                  <a:cubicBezTo>
                    <a:pt x="53" y="0"/>
                    <a:pt x="0" y="53"/>
                    <a:pt x="0" y="116"/>
                  </a:cubicBezTo>
                  <a:cubicBezTo>
                    <a:pt x="0" y="180"/>
                    <a:pt x="53" y="232"/>
                    <a:pt x="116" y="232"/>
                  </a:cubicBezTo>
                  <a:moveTo>
                    <a:pt x="116" y="64"/>
                  </a:moveTo>
                  <a:lnTo>
                    <a:pt x="116" y="64"/>
                  </a:lnTo>
                  <a:cubicBezTo>
                    <a:pt x="143" y="64"/>
                    <a:pt x="168" y="86"/>
                    <a:pt x="168" y="116"/>
                  </a:cubicBezTo>
                  <a:cubicBezTo>
                    <a:pt x="168" y="146"/>
                    <a:pt x="143" y="168"/>
                    <a:pt x="116" y="168"/>
                  </a:cubicBezTo>
                  <a:cubicBezTo>
                    <a:pt x="86" y="168"/>
                    <a:pt x="60" y="146"/>
                    <a:pt x="60" y="116"/>
                  </a:cubicBezTo>
                  <a:cubicBezTo>
                    <a:pt x="60" y="86"/>
                    <a:pt x="86" y="64"/>
                    <a:pt x="116" y="64"/>
                  </a:cubicBezTo>
                  <a:close/>
                </a:path>
              </a:pathLst>
            </a:custGeom>
            <a:solidFill>
              <a:schemeClr val="lt1"/>
            </a:solidFill>
            <a:ln>
              <a:noFill/>
            </a:ln>
          </p:spPr>
          <p:txBody>
            <a:bodyPr anchorCtr="1" anchor="ctr" bIns="21025" lIns="49125" spcFirstLastPara="1" rIns="49125" wrap="square" tIns="21025">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sp>
          <p:nvSpPr>
            <p:cNvPr id="533" name="Google Shape;533;p43"/>
            <p:cNvSpPr/>
            <p:nvPr/>
          </p:nvSpPr>
          <p:spPr>
            <a:xfrm>
              <a:off x="6020059" y="2458599"/>
              <a:ext cx="53771" cy="53770"/>
            </a:xfrm>
            <a:custGeom>
              <a:rect b="b" l="l" r="r" t="t"/>
              <a:pathLst>
                <a:path extrusionOk="0" h="228" w="228">
                  <a:moveTo>
                    <a:pt x="0" y="113"/>
                  </a:moveTo>
                  <a:lnTo>
                    <a:pt x="0" y="113"/>
                  </a:lnTo>
                  <a:cubicBezTo>
                    <a:pt x="0" y="176"/>
                    <a:pt x="52" y="228"/>
                    <a:pt x="116" y="228"/>
                  </a:cubicBezTo>
                  <a:cubicBezTo>
                    <a:pt x="179" y="228"/>
                    <a:pt x="228" y="176"/>
                    <a:pt x="228" y="113"/>
                  </a:cubicBezTo>
                  <a:cubicBezTo>
                    <a:pt x="228" y="49"/>
                    <a:pt x="179" y="0"/>
                    <a:pt x="116" y="0"/>
                  </a:cubicBezTo>
                  <a:cubicBezTo>
                    <a:pt x="52" y="0"/>
                    <a:pt x="0" y="49"/>
                    <a:pt x="0" y="113"/>
                  </a:cubicBezTo>
                  <a:moveTo>
                    <a:pt x="168" y="113"/>
                  </a:moveTo>
                  <a:lnTo>
                    <a:pt x="168" y="113"/>
                  </a:lnTo>
                  <a:cubicBezTo>
                    <a:pt x="168" y="142"/>
                    <a:pt x="146" y="169"/>
                    <a:pt x="116" y="169"/>
                  </a:cubicBezTo>
                  <a:cubicBezTo>
                    <a:pt x="86" y="169"/>
                    <a:pt x="60" y="142"/>
                    <a:pt x="60" y="113"/>
                  </a:cubicBezTo>
                  <a:cubicBezTo>
                    <a:pt x="60" y="82"/>
                    <a:pt x="86" y="60"/>
                    <a:pt x="116" y="60"/>
                  </a:cubicBezTo>
                  <a:cubicBezTo>
                    <a:pt x="146" y="60"/>
                    <a:pt x="168" y="82"/>
                    <a:pt x="168" y="113"/>
                  </a:cubicBezTo>
                  <a:close/>
                </a:path>
              </a:pathLst>
            </a:custGeom>
            <a:solidFill>
              <a:schemeClr val="lt1"/>
            </a:solidFill>
            <a:ln>
              <a:noFill/>
            </a:ln>
          </p:spPr>
          <p:txBody>
            <a:bodyPr anchorCtr="1" anchor="ctr" bIns="20225" lIns="49125" spcFirstLastPara="1" rIns="49125" wrap="square" tIns="20225">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sp>
          <p:nvSpPr>
            <p:cNvPr id="534" name="Google Shape;534;p43"/>
            <p:cNvSpPr/>
            <p:nvPr/>
          </p:nvSpPr>
          <p:spPr>
            <a:xfrm>
              <a:off x="5969825" y="2124419"/>
              <a:ext cx="491957" cy="420730"/>
            </a:xfrm>
            <a:custGeom>
              <a:rect b="b" l="l" r="r" t="t"/>
              <a:pathLst>
                <a:path extrusionOk="0" h="1784" w="2086">
                  <a:moveTo>
                    <a:pt x="2045" y="1522"/>
                  </a:moveTo>
                  <a:lnTo>
                    <a:pt x="2045" y="1522"/>
                  </a:lnTo>
                  <a:cubicBezTo>
                    <a:pt x="1166" y="71"/>
                    <a:pt x="1166" y="71"/>
                    <a:pt x="1166" y="71"/>
                  </a:cubicBezTo>
                  <a:cubicBezTo>
                    <a:pt x="1140" y="26"/>
                    <a:pt x="1092" y="0"/>
                    <a:pt x="1043" y="0"/>
                  </a:cubicBezTo>
                  <a:cubicBezTo>
                    <a:pt x="991" y="0"/>
                    <a:pt x="946" y="26"/>
                    <a:pt x="916" y="71"/>
                  </a:cubicBezTo>
                  <a:cubicBezTo>
                    <a:pt x="37" y="1522"/>
                    <a:pt x="37" y="1522"/>
                    <a:pt x="37" y="1522"/>
                  </a:cubicBezTo>
                  <a:cubicBezTo>
                    <a:pt x="-4" y="1589"/>
                    <a:pt x="-11" y="1664"/>
                    <a:pt x="15" y="1717"/>
                  </a:cubicBezTo>
                  <a:cubicBezTo>
                    <a:pt x="33" y="1746"/>
                    <a:pt x="157" y="1780"/>
                    <a:pt x="157" y="1780"/>
                  </a:cubicBezTo>
                  <a:cubicBezTo>
                    <a:pt x="980" y="1784"/>
                    <a:pt x="980" y="1784"/>
                    <a:pt x="980" y="1784"/>
                  </a:cubicBezTo>
                  <a:lnTo>
                    <a:pt x="980" y="1784"/>
                  </a:lnTo>
                  <a:cubicBezTo>
                    <a:pt x="991" y="1784"/>
                    <a:pt x="1002" y="1780"/>
                    <a:pt x="1006" y="1769"/>
                  </a:cubicBezTo>
                  <a:cubicBezTo>
                    <a:pt x="1017" y="1743"/>
                    <a:pt x="1002" y="1720"/>
                    <a:pt x="976" y="1720"/>
                  </a:cubicBezTo>
                  <a:cubicBezTo>
                    <a:pt x="157" y="1720"/>
                    <a:pt x="157" y="1720"/>
                    <a:pt x="157" y="1720"/>
                  </a:cubicBezTo>
                  <a:cubicBezTo>
                    <a:pt x="157" y="1720"/>
                    <a:pt x="82" y="1709"/>
                    <a:pt x="71" y="1686"/>
                  </a:cubicBezTo>
                  <a:cubicBezTo>
                    <a:pt x="52" y="1653"/>
                    <a:pt x="60" y="1601"/>
                    <a:pt x="89" y="1552"/>
                  </a:cubicBezTo>
                  <a:cubicBezTo>
                    <a:pt x="968" y="105"/>
                    <a:pt x="968" y="105"/>
                    <a:pt x="968" y="105"/>
                  </a:cubicBezTo>
                  <a:cubicBezTo>
                    <a:pt x="987" y="75"/>
                    <a:pt x="1013" y="60"/>
                    <a:pt x="1043" y="60"/>
                  </a:cubicBezTo>
                  <a:cubicBezTo>
                    <a:pt x="1070" y="60"/>
                    <a:pt x="1095" y="75"/>
                    <a:pt x="1114" y="105"/>
                  </a:cubicBezTo>
                  <a:cubicBezTo>
                    <a:pt x="1997" y="1552"/>
                    <a:pt x="1997" y="1552"/>
                    <a:pt x="1997" y="1552"/>
                  </a:cubicBezTo>
                  <a:cubicBezTo>
                    <a:pt x="2023" y="1601"/>
                    <a:pt x="2030" y="1653"/>
                    <a:pt x="2012" y="1686"/>
                  </a:cubicBezTo>
                  <a:cubicBezTo>
                    <a:pt x="2000" y="1709"/>
                    <a:pt x="1929" y="1724"/>
                    <a:pt x="1929" y="1724"/>
                  </a:cubicBezTo>
                  <a:cubicBezTo>
                    <a:pt x="1118" y="1724"/>
                    <a:pt x="1118" y="1724"/>
                    <a:pt x="1118" y="1724"/>
                  </a:cubicBezTo>
                  <a:cubicBezTo>
                    <a:pt x="1103" y="1724"/>
                    <a:pt x="1088" y="1739"/>
                    <a:pt x="1088" y="1754"/>
                  </a:cubicBezTo>
                  <a:cubicBezTo>
                    <a:pt x="1088" y="1773"/>
                    <a:pt x="1103" y="1784"/>
                    <a:pt x="1118" y="1784"/>
                  </a:cubicBezTo>
                  <a:cubicBezTo>
                    <a:pt x="1929" y="1784"/>
                    <a:pt x="1929" y="1784"/>
                    <a:pt x="1929" y="1784"/>
                  </a:cubicBezTo>
                  <a:cubicBezTo>
                    <a:pt x="1929" y="1784"/>
                    <a:pt x="2049" y="1746"/>
                    <a:pt x="2068" y="1717"/>
                  </a:cubicBezTo>
                  <a:cubicBezTo>
                    <a:pt x="2098" y="1664"/>
                    <a:pt x="2090" y="1589"/>
                    <a:pt x="2045" y="1522"/>
                  </a:cubicBezTo>
                  <a:close/>
                </a:path>
              </a:pathLst>
            </a:custGeom>
            <a:solidFill>
              <a:schemeClr val="lt1"/>
            </a:solidFill>
            <a:ln>
              <a:noFill/>
            </a:ln>
          </p:spPr>
          <p:txBody>
            <a:bodyPr anchorCtr="1" anchor="ctr" bIns="24550" lIns="49125" spcFirstLastPara="1" rIns="49125" wrap="square" tIns="24550">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sp>
          <p:nvSpPr>
            <p:cNvPr id="535" name="Google Shape;535;p43"/>
            <p:cNvSpPr/>
            <p:nvPr/>
          </p:nvSpPr>
          <p:spPr>
            <a:xfrm>
              <a:off x="6356835" y="2458599"/>
              <a:ext cx="54007" cy="53770"/>
            </a:xfrm>
            <a:custGeom>
              <a:rect b="b" l="l" r="r" t="t"/>
              <a:pathLst>
                <a:path extrusionOk="0" h="228" w="229">
                  <a:moveTo>
                    <a:pt x="229" y="113"/>
                  </a:moveTo>
                  <a:lnTo>
                    <a:pt x="229" y="113"/>
                  </a:lnTo>
                  <a:cubicBezTo>
                    <a:pt x="229" y="49"/>
                    <a:pt x="176" y="0"/>
                    <a:pt x="113" y="0"/>
                  </a:cubicBezTo>
                  <a:cubicBezTo>
                    <a:pt x="53" y="0"/>
                    <a:pt x="0" y="49"/>
                    <a:pt x="0" y="113"/>
                  </a:cubicBezTo>
                  <a:cubicBezTo>
                    <a:pt x="0" y="176"/>
                    <a:pt x="53" y="228"/>
                    <a:pt x="113" y="228"/>
                  </a:cubicBezTo>
                  <a:cubicBezTo>
                    <a:pt x="176" y="228"/>
                    <a:pt x="229" y="176"/>
                    <a:pt x="229" y="113"/>
                  </a:cubicBezTo>
                  <a:moveTo>
                    <a:pt x="60" y="113"/>
                  </a:moveTo>
                  <a:lnTo>
                    <a:pt x="60" y="113"/>
                  </a:lnTo>
                  <a:cubicBezTo>
                    <a:pt x="60" y="82"/>
                    <a:pt x="87" y="60"/>
                    <a:pt x="113" y="60"/>
                  </a:cubicBezTo>
                  <a:cubicBezTo>
                    <a:pt x="143" y="60"/>
                    <a:pt x="169" y="82"/>
                    <a:pt x="169" y="113"/>
                  </a:cubicBezTo>
                  <a:cubicBezTo>
                    <a:pt x="169" y="142"/>
                    <a:pt x="143" y="169"/>
                    <a:pt x="113" y="169"/>
                  </a:cubicBezTo>
                  <a:cubicBezTo>
                    <a:pt x="87" y="169"/>
                    <a:pt x="60" y="142"/>
                    <a:pt x="60" y="113"/>
                  </a:cubicBezTo>
                  <a:close/>
                </a:path>
              </a:pathLst>
            </a:custGeom>
            <a:solidFill>
              <a:schemeClr val="lt1"/>
            </a:solidFill>
            <a:ln>
              <a:noFill/>
            </a:ln>
          </p:spPr>
          <p:txBody>
            <a:bodyPr anchorCtr="1" anchor="ctr" bIns="20225" lIns="49125" spcFirstLastPara="1" rIns="49125" wrap="square" tIns="20225">
              <a:noAutofit/>
            </a:bodyPr>
            <a:lstStyle/>
            <a:p>
              <a:pPr indent="0" lvl="0" marL="0" marR="0" rtl="0" algn="l">
                <a:lnSpc>
                  <a:spcPct val="100000"/>
                </a:lnSpc>
                <a:spcBef>
                  <a:spcPts val="0"/>
                </a:spcBef>
                <a:spcAft>
                  <a:spcPts val="0"/>
                </a:spcAft>
                <a:buClr>
                  <a:srgbClr val="000000"/>
                </a:buClr>
                <a:buSzPts val="983"/>
                <a:buFont typeface="Arial"/>
                <a:buNone/>
              </a:pPr>
              <a:r>
                <a:t/>
              </a:r>
              <a:endParaRPr b="1" i="0" sz="982" u="none" cap="none" strike="noStrike">
                <a:solidFill>
                  <a:srgbClr val="FFFFFF"/>
                </a:solidFill>
                <a:latin typeface="Arial"/>
                <a:ea typeface="Arial"/>
                <a:cs typeface="Arial"/>
                <a:sym typeface="Arial"/>
              </a:endParaRPr>
            </a:p>
          </p:txBody>
        </p:sp>
      </p:grpSp>
      <p:grpSp>
        <p:nvGrpSpPr>
          <p:cNvPr id="536" name="Google Shape;536;p43"/>
          <p:cNvGrpSpPr/>
          <p:nvPr/>
        </p:nvGrpSpPr>
        <p:grpSpPr>
          <a:xfrm>
            <a:off x="168907" y="2101034"/>
            <a:ext cx="232518" cy="320481"/>
            <a:chOff x="4845353" y="2089280"/>
            <a:chExt cx="356350" cy="491008"/>
          </a:xfrm>
        </p:grpSpPr>
        <p:sp>
          <p:nvSpPr>
            <p:cNvPr id="537" name="Google Shape;537;p43"/>
            <p:cNvSpPr/>
            <p:nvPr/>
          </p:nvSpPr>
          <p:spPr>
            <a:xfrm>
              <a:off x="4845353" y="2089280"/>
              <a:ext cx="154474" cy="491008"/>
            </a:xfrm>
            <a:custGeom>
              <a:rect b="b" l="l" r="r" t="t"/>
              <a:pathLst>
                <a:path extrusionOk="0" h="2082" w="655">
                  <a:moveTo>
                    <a:pt x="543" y="0"/>
                  </a:moveTo>
                  <a:lnTo>
                    <a:pt x="543" y="0"/>
                  </a:lnTo>
                  <a:cubicBezTo>
                    <a:pt x="116" y="0"/>
                    <a:pt x="116" y="0"/>
                    <a:pt x="116" y="0"/>
                  </a:cubicBezTo>
                  <a:cubicBezTo>
                    <a:pt x="53" y="0"/>
                    <a:pt x="0" y="52"/>
                    <a:pt x="0" y="116"/>
                  </a:cubicBezTo>
                  <a:cubicBezTo>
                    <a:pt x="0" y="515"/>
                    <a:pt x="0" y="515"/>
                    <a:pt x="0" y="515"/>
                  </a:cubicBezTo>
                  <a:cubicBezTo>
                    <a:pt x="0" y="534"/>
                    <a:pt x="11" y="553"/>
                    <a:pt x="23" y="560"/>
                  </a:cubicBezTo>
                  <a:cubicBezTo>
                    <a:pt x="23" y="968"/>
                    <a:pt x="23" y="968"/>
                    <a:pt x="23" y="968"/>
                  </a:cubicBezTo>
                  <a:cubicBezTo>
                    <a:pt x="23" y="983"/>
                    <a:pt x="34" y="994"/>
                    <a:pt x="53" y="998"/>
                  </a:cubicBezTo>
                  <a:cubicBezTo>
                    <a:pt x="71" y="1002"/>
                    <a:pt x="86" y="987"/>
                    <a:pt x="86" y="968"/>
                  </a:cubicBezTo>
                  <a:cubicBezTo>
                    <a:pt x="86" y="571"/>
                    <a:pt x="86" y="571"/>
                    <a:pt x="86" y="571"/>
                  </a:cubicBezTo>
                  <a:cubicBezTo>
                    <a:pt x="296" y="571"/>
                    <a:pt x="296" y="571"/>
                    <a:pt x="296" y="571"/>
                  </a:cubicBezTo>
                  <a:cubicBezTo>
                    <a:pt x="296" y="1514"/>
                    <a:pt x="296" y="1514"/>
                    <a:pt x="296" y="1514"/>
                  </a:cubicBezTo>
                  <a:cubicBezTo>
                    <a:pt x="86" y="1514"/>
                    <a:pt x="86" y="1514"/>
                    <a:pt x="86" y="1514"/>
                  </a:cubicBezTo>
                  <a:cubicBezTo>
                    <a:pt x="86" y="1114"/>
                    <a:pt x="86" y="1114"/>
                    <a:pt x="86" y="1114"/>
                  </a:cubicBezTo>
                  <a:cubicBezTo>
                    <a:pt x="86" y="1095"/>
                    <a:pt x="75" y="1084"/>
                    <a:pt x="60" y="1080"/>
                  </a:cubicBezTo>
                  <a:cubicBezTo>
                    <a:pt x="41" y="1080"/>
                    <a:pt x="23" y="1091"/>
                    <a:pt x="23" y="1110"/>
                  </a:cubicBezTo>
                  <a:cubicBezTo>
                    <a:pt x="23" y="1521"/>
                    <a:pt x="23" y="1521"/>
                    <a:pt x="23" y="1521"/>
                  </a:cubicBezTo>
                  <a:cubicBezTo>
                    <a:pt x="11" y="1529"/>
                    <a:pt x="0" y="1547"/>
                    <a:pt x="0" y="1566"/>
                  </a:cubicBezTo>
                  <a:cubicBezTo>
                    <a:pt x="0" y="1966"/>
                    <a:pt x="0" y="1966"/>
                    <a:pt x="0" y="1966"/>
                  </a:cubicBezTo>
                  <a:cubicBezTo>
                    <a:pt x="0" y="2030"/>
                    <a:pt x="53" y="2082"/>
                    <a:pt x="116" y="2082"/>
                  </a:cubicBezTo>
                  <a:cubicBezTo>
                    <a:pt x="539" y="2082"/>
                    <a:pt x="539" y="2082"/>
                    <a:pt x="539" y="2082"/>
                  </a:cubicBezTo>
                  <a:cubicBezTo>
                    <a:pt x="602" y="2082"/>
                    <a:pt x="655" y="2030"/>
                    <a:pt x="655" y="1966"/>
                  </a:cubicBezTo>
                  <a:cubicBezTo>
                    <a:pt x="655" y="1566"/>
                    <a:pt x="655" y="1566"/>
                    <a:pt x="655" y="1566"/>
                  </a:cubicBezTo>
                  <a:cubicBezTo>
                    <a:pt x="655" y="1547"/>
                    <a:pt x="647" y="1529"/>
                    <a:pt x="632" y="1521"/>
                  </a:cubicBezTo>
                  <a:cubicBezTo>
                    <a:pt x="632" y="560"/>
                    <a:pt x="632" y="560"/>
                    <a:pt x="632" y="560"/>
                  </a:cubicBezTo>
                  <a:cubicBezTo>
                    <a:pt x="647" y="553"/>
                    <a:pt x="655" y="534"/>
                    <a:pt x="655" y="515"/>
                  </a:cubicBezTo>
                  <a:cubicBezTo>
                    <a:pt x="655" y="116"/>
                    <a:pt x="655" y="116"/>
                    <a:pt x="655" y="116"/>
                  </a:cubicBezTo>
                  <a:cubicBezTo>
                    <a:pt x="655" y="52"/>
                    <a:pt x="606" y="0"/>
                    <a:pt x="543" y="0"/>
                  </a:cubicBezTo>
                  <a:moveTo>
                    <a:pt x="116" y="59"/>
                  </a:moveTo>
                  <a:lnTo>
                    <a:pt x="116" y="59"/>
                  </a:lnTo>
                  <a:cubicBezTo>
                    <a:pt x="539" y="59"/>
                    <a:pt x="539" y="59"/>
                    <a:pt x="539" y="59"/>
                  </a:cubicBezTo>
                  <a:cubicBezTo>
                    <a:pt x="568" y="59"/>
                    <a:pt x="595" y="85"/>
                    <a:pt x="595" y="116"/>
                  </a:cubicBezTo>
                  <a:cubicBezTo>
                    <a:pt x="595" y="512"/>
                    <a:pt x="595" y="512"/>
                    <a:pt x="595" y="512"/>
                  </a:cubicBezTo>
                  <a:cubicBezTo>
                    <a:pt x="60" y="512"/>
                    <a:pt x="60" y="512"/>
                    <a:pt x="60" y="512"/>
                  </a:cubicBezTo>
                  <a:cubicBezTo>
                    <a:pt x="60" y="116"/>
                    <a:pt x="60" y="116"/>
                    <a:pt x="60" y="116"/>
                  </a:cubicBezTo>
                  <a:cubicBezTo>
                    <a:pt x="60" y="85"/>
                    <a:pt x="86" y="59"/>
                    <a:pt x="116" y="59"/>
                  </a:cubicBezTo>
                  <a:moveTo>
                    <a:pt x="359" y="571"/>
                  </a:moveTo>
                  <a:lnTo>
                    <a:pt x="359" y="571"/>
                  </a:lnTo>
                  <a:cubicBezTo>
                    <a:pt x="568" y="571"/>
                    <a:pt x="568" y="571"/>
                    <a:pt x="568" y="571"/>
                  </a:cubicBezTo>
                  <a:cubicBezTo>
                    <a:pt x="568" y="1514"/>
                    <a:pt x="568" y="1514"/>
                    <a:pt x="568" y="1514"/>
                  </a:cubicBezTo>
                  <a:cubicBezTo>
                    <a:pt x="359" y="1514"/>
                    <a:pt x="359" y="1514"/>
                    <a:pt x="359" y="1514"/>
                  </a:cubicBezTo>
                  <a:lnTo>
                    <a:pt x="359" y="571"/>
                  </a:lnTo>
                  <a:moveTo>
                    <a:pt x="539" y="2022"/>
                  </a:moveTo>
                  <a:lnTo>
                    <a:pt x="539" y="2022"/>
                  </a:lnTo>
                  <a:cubicBezTo>
                    <a:pt x="116" y="2022"/>
                    <a:pt x="116" y="2022"/>
                    <a:pt x="116" y="2022"/>
                  </a:cubicBezTo>
                  <a:cubicBezTo>
                    <a:pt x="86" y="2022"/>
                    <a:pt x="60" y="1996"/>
                    <a:pt x="60" y="1966"/>
                  </a:cubicBezTo>
                  <a:cubicBezTo>
                    <a:pt x="60" y="1570"/>
                    <a:pt x="60" y="1570"/>
                    <a:pt x="60" y="1570"/>
                  </a:cubicBezTo>
                  <a:cubicBezTo>
                    <a:pt x="595" y="1570"/>
                    <a:pt x="595" y="1570"/>
                    <a:pt x="595" y="1570"/>
                  </a:cubicBezTo>
                  <a:cubicBezTo>
                    <a:pt x="595" y="1966"/>
                    <a:pt x="595" y="1966"/>
                    <a:pt x="595" y="1966"/>
                  </a:cubicBezTo>
                  <a:cubicBezTo>
                    <a:pt x="595" y="1996"/>
                    <a:pt x="568" y="2022"/>
                    <a:pt x="539" y="2022"/>
                  </a:cubicBezTo>
                  <a:close/>
                </a:path>
              </a:pathLst>
            </a:custGeom>
            <a:solidFill>
              <a:schemeClr val="lt1"/>
            </a:solidFill>
            <a:ln>
              <a:noFill/>
            </a:ln>
          </p:spPr>
          <p:txBody>
            <a:bodyPr anchorCtr="1" anchor="ctr" bIns="29350" lIns="58725" spcFirstLastPara="1" rIns="58725" wrap="square" tIns="29350">
              <a:noAutofit/>
            </a:bodyPr>
            <a:lstStyle/>
            <a:p>
              <a:pPr indent="0" lvl="0" marL="0" marR="0" rtl="0" algn="l">
                <a:lnSpc>
                  <a:spcPct val="100000"/>
                </a:lnSpc>
                <a:spcBef>
                  <a:spcPts val="0"/>
                </a:spcBef>
                <a:spcAft>
                  <a:spcPts val="0"/>
                </a:spcAft>
                <a:buClr>
                  <a:srgbClr val="000000"/>
                </a:buClr>
                <a:buSzPts val="1175"/>
                <a:buFont typeface="Arial"/>
                <a:buNone/>
              </a:pPr>
              <a:r>
                <a:t/>
              </a:r>
              <a:endParaRPr b="1" i="0" sz="1174" u="none" cap="none" strike="noStrike">
                <a:solidFill>
                  <a:srgbClr val="FFFFFF"/>
                </a:solidFill>
                <a:latin typeface="Arial"/>
                <a:ea typeface="Arial"/>
                <a:cs typeface="Arial"/>
                <a:sym typeface="Arial"/>
              </a:endParaRPr>
            </a:p>
          </p:txBody>
        </p:sp>
        <p:sp>
          <p:nvSpPr>
            <p:cNvPr id="538" name="Google Shape;538;p43"/>
            <p:cNvSpPr/>
            <p:nvPr/>
          </p:nvSpPr>
          <p:spPr>
            <a:xfrm>
              <a:off x="5047465" y="2089280"/>
              <a:ext cx="154238" cy="491008"/>
            </a:xfrm>
            <a:custGeom>
              <a:rect b="b" l="l" r="r" t="t"/>
              <a:pathLst>
                <a:path extrusionOk="0" h="2082" w="654">
                  <a:moveTo>
                    <a:pt x="654" y="515"/>
                  </a:moveTo>
                  <a:lnTo>
                    <a:pt x="654" y="515"/>
                  </a:lnTo>
                  <a:cubicBezTo>
                    <a:pt x="654" y="116"/>
                    <a:pt x="654" y="116"/>
                    <a:pt x="654" y="116"/>
                  </a:cubicBezTo>
                  <a:cubicBezTo>
                    <a:pt x="654" y="52"/>
                    <a:pt x="602" y="0"/>
                    <a:pt x="538" y="0"/>
                  </a:cubicBezTo>
                  <a:cubicBezTo>
                    <a:pt x="115" y="0"/>
                    <a:pt x="115" y="0"/>
                    <a:pt x="115" y="0"/>
                  </a:cubicBezTo>
                  <a:cubicBezTo>
                    <a:pt x="52" y="0"/>
                    <a:pt x="0" y="52"/>
                    <a:pt x="0" y="116"/>
                  </a:cubicBezTo>
                  <a:cubicBezTo>
                    <a:pt x="0" y="515"/>
                    <a:pt x="0" y="515"/>
                    <a:pt x="0" y="515"/>
                  </a:cubicBezTo>
                  <a:cubicBezTo>
                    <a:pt x="0" y="534"/>
                    <a:pt x="7" y="553"/>
                    <a:pt x="22" y="560"/>
                  </a:cubicBezTo>
                  <a:cubicBezTo>
                    <a:pt x="22" y="968"/>
                    <a:pt x="22" y="968"/>
                    <a:pt x="22" y="968"/>
                  </a:cubicBezTo>
                  <a:cubicBezTo>
                    <a:pt x="22" y="983"/>
                    <a:pt x="33" y="998"/>
                    <a:pt x="48" y="998"/>
                  </a:cubicBezTo>
                  <a:cubicBezTo>
                    <a:pt x="67" y="1002"/>
                    <a:pt x="85" y="987"/>
                    <a:pt x="85" y="968"/>
                  </a:cubicBezTo>
                  <a:cubicBezTo>
                    <a:pt x="85" y="571"/>
                    <a:pt x="85" y="571"/>
                    <a:pt x="85" y="571"/>
                  </a:cubicBezTo>
                  <a:cubicBezTo>
                    <a:pt x="291" y="571"/>
                    <a:pt x="291" y="571"/>
                    <a:pt x="291" y="571"/>
                  </a:cubicBezTo>
                  <a:cubicBezTo>
                    <a:pt x="291" y="714"/>
                    <a:pt x="291" y="714"/>
                    <a:pt x="291" y="714"/>
                  </a:cubicBezTo>
                  <a:cubicBezTo>
                    <a:pt x="295" y="721"/>
                    <a:pt x="299" y="732"/>
                    <a:pt x="310" y="736"/>
                  </a:cubicBezTo>
                  <a:cubicBezTo>
                    <a:pt x="340" y="759"/>
                    <a:pt x="340" y="759"/>
                    <a:pt x="340" y="759"/>
                  </a:cubicBezTo>
                  <a:cubicBezTo>
                    <a:pt x="243" y="826"/>
                    <a:pt x="243" y="826"/>
                    <a:pt x="243" y="826"/>
                  </a:cubicBezTo>
                  <a:cubicBezTo>
                    <a:pt x="235" y="834"/>
                    <a:pt x="231" y="841"/>
                    <a:pt x="231" y="852"/>
                  </a:cubicBezTo>
                  <a:cubicBezTo>
                    <a:pt x="231" y="863"/>
                    <a:pt x="235" y="871"/>
                    <a:pt x="243" y="878"/>
                  </a:cubicBezTo>
                  <a:cubicBezTo>
                    <a:pt x="340" y="946"/>
                    <a:pt x="340" y="946"/>
                    <a:pt x="340" y="946"/>
                  </a:cubicBezTo>
                  <a:cubicBezTo>
                    <a:pt x="243" y="1013"/>
                    <a:pt x="243" y="1013"/>
                    <a:pt x="243" y="1013"/>
                  </a:cubicBezTo>
                  <a:cubicBezTo>
                    <a:pt x="235" y="1020"/>
                    <a:pt x="231" y="1028"/>
                    <a:pt x="231" y="1039"/>
                  </a:cubicBezTo>
                  <a:cubicBezTo>
                    <a:pt x="231" y="1046"/>
                    <a:pt x="235" y="1058"/>
                    <a:pt x="243" y="1061"/>
                  </a:cubicBezTo>
                  <a:cubicBezTo>
                    <a:pt x="340" y="1133"/>
                    <a:pt x="340" y="1133"/>
                    <a:pt x="340" y="1133"/>
                  </a:cubicBezTo>
                  <a:cubicBezTo>
                    <a:pt x="243" y="1200"/>
                    <a:pt x="243" y="1200"/>
                    <a:pt x="243" y="1200"/>
                  </a:cubicBezTo>
                  <a:cubicBezTo>
                    <a:pt x="235" y="1204"/>
                    <a:pt x="231" y="1215"/>
                    <a:pt x="231" y="1222"/>
                  </a:cubicBezTo>
                  <a:cubicBezTo>
                    <a:pt x="231" y="1233"/>
                    <a:pt x="235" y="1245"/>
                    <a:pt x="243" y="1248"/>
                  </a:cubicBezTo>
                  <a:cubicBezTo>
                    <a:pt x="340" y="1316"/>
                    <a:pt x="340" y="1316"/>
                    <a:pt x="340" y="1316"/>
                  </a:cubicBezTo>
                  <a:cubicBezTo>
                    <a:pt x="310" y="1338"/>
                    <a:pt x="310" y="1338"/>
                    <a:pt x="310" y="1338"/>
                  </a:cubicBezTo>
                  <a:cubicBezTo>
                    <a:pt x="299" y="1346"/>
                    <a:pt x="295" y="1353"/>
                    <a:pt x="295" y="1364"/>
                  </a:cubicBezTo>
                  <a:cubicBezTo>
                    <a:pt x="295" y="1514"/>
                    <a:pt x="295" y="1514"/>
                    <a:pt x="295" y="1514"/>
                  </a:cubicBezTo>
                  <a:cubicBezTo>
                    <a:pt x="85" y="1514"/>
                    <a:pt x="85" y="1514"/>
                    <a:pt x="85" y="1514"/>
                  </a:cubicBezTo>
                  <a:cubicBezTo>
                    <a:pt x="85" y="1114"/>
                    <a:pt x="85" y="1114"/>
                    <a:pt x="85" y="1114"/>
                  </a:cubicBezTo>
                  <a:cubicBezTo>
                    <a:pt x="85" y="1095"/>
                    <a:pt x="74" y="1084"/>
                    <a:pt x="56" y="1080"/>
                  </a:cubicBezTo>
                  <a:cubicBezTo>
                    <a:pt x="37" y="1080"/>
                    <a:pt x="22" y="1091"/>
                    <a:pt x="22" y="1110"/>
                  </a:cubicBezTo>
                  <a:cubicBezTo>
                    <a:pt x="22" y="1521"/>
                    <a:pt x="22" y="1521"/>
                    <a:pt x="22" y="1521"/>
                  </a:cubicBezTo>
                  <a:cubicBezTo>
                    <a:pt x="7" y="1529"/>
                    <a:pt x="0" y="1547"/>
                    <a:pt x="0" y="1566"/>
                  </a:cubicBezTo>
                  <a:cubicBezTo>
                    <a:pt x="0" y="1966"/>
                    <a:pt x="0" y="1966"/>
                    <a:pt x="0" y="1966"/>
                  </a:cubicBezTo>
                  <a:cubicBezTo>
                    <a:pt x="0" y="2030"/>
                    <a:pt x="52" y="2082"/>
                    <a:pt x="115" y="2082"/>
                  </a:cubicBezTo>
                  <a:cubicBezTo>
                    <a:pt x="538" y="2082"/>
                    <a:pt x="538" y="2082"/>
                    <a:pt x="538" y="2082"/>
                  </a:cubicBezTo>
                  <a:cubicBezTo>
                    <a:pt x="602" y="2082"/>
                    <a:pt x="654" y="2030"/>
                    <a:pt x="654" y="1966"/>
                  </a:cubicBezTo>
                  <a:cubicBezTo>
                    <a:pt x="654" y="1566"/>
                    <a:pt x="654" y="1566"/>
                    <a:pt x="654" y="1566"/>
                  </a:cubicBezTo>
                  <a:cubicBezTo>
                    <a:pt x="654" y="1547"/>
                    <a:pt x="643" y="1529"/>
                    <a:pt x="631" y="1521"/>
                  </a:cubicBezTo>
                  <a:cubicBezTo>
                    <a:pt x="631" y="560"/>
                    <a:pt x="631" y="560"/>
                    <a:pt x="631" y="560"/>
                  </a:cubicBezTo>
                  <a:cubicBezTo>
                    <a:pt x="643" y="553"/>
                    <a:pt x="654" y="534"/>
                    <a:pt x="654" y="515"/>
                  </a:cubicBezTo>
                  <a:moveTo>
                    <a:pt x="115" y="59"/>
                  </a:moveTo>
                  <a:lnTo>
                    <a:pt x="115" y="59"/>
                  </a:lnTo>
                  <a:cubicBezTo>
                    <a:pt x="538" y="59"/>
                    <a:pt x="538" y="59"/>
                    <a:pt x="538" y="59"/>
                  </a:cubicBezTo>
                  <a:cubicBezTo>
                    <a:pt x="568" y="59"/>
                    <a:pt x="594" y="85"/>
                    <a:pt x="594" y="116"/>
                  </a:cubicBezTo>
                  <a:cubicBezTo>
                    <a:pt x="594" y="512"/>
                    <a:pt x="594" y="512"/>
                    <a:pt x="594" y="512"/>
                  </a:cubicBezTo>
                  <a:cubicBezTo>
                    <a:pt x="59" y="512"/>
                    <a:pt x="59" y="512"/>
                    <a:pt x="59" y="512"/>
                  </a:cubicBezTo>
                  <a:cubicBezTo>
                    <a:pt x="59" y="116"/>
                    <a:pt x="59" y="116"/>
                    <a:pt x="59" y="116"/>
                  </a:cubicBezTo>
                  <a:cubicBezTo>
                    <a:pt x="59" y="85"/>
                    <a:pt x="85" y="59"/>
                    <a:pt x="115" y="59"/>
                  </a:cubicBezTo>
                  <a:moveTo>
                    <a:pt x="411" y="1293"/>
                  </a:moveTo>
                  <a:lnTo>
                    <a:pt x="411" y="1293"/>
                  </a:lnTo>
                  <a:cubicBezTo>
                    <a:pt x="314" y="1226"/>
                    <a:pt x="314" y="1226"/>
                    <a:pt x="314" y="1226"/>
                  </a:cubicBezTo>
                  <a:cubicBezTo>
                    <a:pt x="407" y="1159"/>
                    <a:pt x="407" y="1159"/>
                    <a:pt x="407" y="1159"/>
                  </a:cubicBezTo>
                  <a:cubicBezTo>
                    <a:pt x="415" y="1155"/>
                    <a:pt x="418" y="1151"/>
                    <a:pt x="418" y="1144"/>
                  </a:cubicBezTo>
                  <a:cubicBezTo>
                    <a:pt x="426" y="1133"/>
                    <a:pt x="418" y="1117"/>
                    <a:pt x="407" y="1110"/>
                  </a:cubicBezTo>
                  <a:cubicBezTo>
                    <a:pt x="314" y="1039"/>
                    <a:pt x="314" y="1039"/>
                    <a:pt x="314" y="1039"/>
                  </a:cubicBezTo>
                  <a:cubicBezTo>
                    <a:pt x="407" y="972"/>
                    <a:pt x="407" y="972"/>
                    <a:pt x="407" y="972"/>
                  </a:cubicBezTo>
                  <a:cubicBezTo>
                    <a:pt x="415" y="968"/>
                    <a:pt x="418" y="964"/>
                    <a:pt x="418" y="961"/>
                  </a:cubicBezTo>
                  <a:cubicBezTo>
                    <a:pt x="426" y="946"/>
                    <a:pt x="418" y="930"/>
                    <a:pt x="407" y="923"/>
                  </a:cubicBezTo>
                  <a:cubicBezTo>
                    <a:pt x="314" y="852"/>
                    <a:pt x="314" y="852"/>
                    <a:pt x="314" y="852"/>
                  </a:cubicBezTo>
                  <a:cubicBezTo>
                    <a:pt x="407" y="785"/>
                    <a:pt x="407" y="785"/>
                    <a:pt x="407" y="785"/>
                  </a:cubicBezTo>
                  <a:cubicBezTo>
                    <a:pt x="415" y="781"/>
                    <a:pt x="418" y="777"/>
                    <a:pt x="418" y="774"/>
                  </a:cubicBezTo>
                  <a:cubicBezTo>
                    <a:pt x="426" y="759"/>
                    <a:pt x="418" y="744"/>
                    <a:pt x="407" y="736"/>
                  </a:cubicBezTo>
                  <a:cubicBezTo>
                    <a:pt x="359" y="699"/>
                    <a:pt x="359" y="699"/>
                    <a:pt x="359" y="699"/>
                  </a:cubicBezTo>
                  <a:cubicBezTo>
                    <a:pt x="359" y="571"/>
                    <a:pt x="359" y="571"/>
                    <a:pt x="359" y="571"/>
                  </a:cubicBezTo>
                  <a:cubicBezTo>
                    <a:pt x="568" y="571"/>
                    <a:pt x="568" y="571"/>
                    <a:pt x="568" y="571"/>
                  </a:cubicBezTo>
                  <a:cubicBezTo>
                    <a:pt x="568" y="1514"/>
                    <a:pt x="568" y="1514"/>
                    <a:pt x="568" y="1514"/>
                  </a:cubicBezTo>
                  <a:cubicBezTo>
                    <a:pt x="359" y="1514"/>
                    <a:pt x="359" y="1514"/>
                    <a:pt x="359" y="1514"/>
                  </a:cubicBezTo>
                  <a:cubicBezTo>
                    <a:pt x="359" y="1383"/>
                    <a:pt x="359" y="1383"/>
                    <a:pt x="359" y="1383"/>
                  </a:cubicBezTo>
                  <a:cubicBezTo>
                    <a:pt x="407" y="1346"/>
                    <a:pt x="407" y="1346"/>
                    <a:pt x="407" y="1346"/>
                  </a:cubicBezTo>
                  <a:cubicBezTo>
                    <a:pt x="415" y="1342"/>
                    <a:pt x="418" y="1338"/>
                    <a:pt x="418" y="1331"/>
                  </a:cubicBezTo>
                  <a:cubicBezTo>
                    <a:pt x="426" y="1316"/>
                    <a:pt x="422" y="1301"/>
                    <a:pt x="411" y="1293"/>
                  </a:cubicBezTo>
                  <a:moveTo>
                    <a:pt x="594" y="1966"/>
                  </a:moveTo>
                  <a:lnTo>
                    <a:pt x="594" y="1966"/>
                  </a:lnTo>
                  <a:cubicBezTo>
                    <a:pt x="594" y="1996"/>
                    <a:pt x="568" y="2022"/>
                    <a:pt x="538" y="2022"/>
                  </a:cubicBezTo>
                  <a:cubicBezTo>
                    <a:pt x="115" y="2022"/>
                    <a:pt x="115" y="2022"/>
                    <a:pt x="115" y="2022"/>
                  </a:cubicBezTo>
                  <a:cubicBezTo>
                    <a:pt x="85" y="2022"/>
                    <a:pt x="59" y="1996"/>
                    <a:pt x="59" y="1966"/>
                  </a:cubicBezTo>
                  <a:cubicBezTo>
                    <a:pt x="59" y="1570"/>
                    <a:pt x="59" y="1570"/>
                    <a:pt x="59" y="1570"/>
                  </a:cubicBezTo>
                  <a:cubicBezTo>
                    <a:pt x="594" y="1570"/>
                    <a:pt x="594" y="1570"/>
                    <a:pt x="594" y="1570"/>
                  </a:cubicBezTo>
                  <a:cubicBezTo>
                    <a:pt x="594" y="1966"/>
                    <a:pt x="594" y="1966"/>
                    <a:pt x="594" y="1966"/>
                  </a:cubicBezTo>
                  <a:close/>
                </a:path>
              </a:pathLst>
            </a:custGeom>
            <a:solidFill>
              <a:schemeClr val="lt1"/>
            </a:solidFill>
            <a:ln>
              <a:noFill/>
            </a:ln>
          </p:spPr>
          <p:txBody>
            <a:bodyPr anchorCtr="1" anchor="ctr" bIns="29350" lIns="58725" spcFirstLastPara="1" rIns="58725" wrap="square" tIns="29350">
              <a:noAutofit/>
            </a:bodyPr>
            <a:lstStyle/>
            <a:p>
              <a:pPr indent="0" lvl="0" marL="0" marR="0" rtl="0" algn="l">
                <a:lnSpc>
                  <a:spcPct val="100000"/>
                </a:lnSpc>
                <a:spcBef>
                  <a:spcPts val="0"/>
                </a:spcBef>
                <a:spcAft>
                  <a:spcPts val="0"/>
                </a:spcAft>
                <a:buClr>
                  <a:srgbClr val="000000"/>
                </a:buClr>
                <a:buSzPts val="1175"/>
                <a:buFont typeface="Arial"/>
                <a:buNone/>
              </a:pPr>
              <a:r>
                <a:t/>
              </a:r>
              <a:endParaRPr b="1" i="0" sz="1174" u="none" cap="none" strike="noStrike">
                <a:solidFill>
                  <a:srgbClr val="FFFFFF"/>
                </a:solidFill>
                <a:latin typeface="Arial"/>
                <a:ea typeface="Arial"/>
                <a:cs typeface="Arial"/>
                <a:sym typeface="Arial"/>
              </a:endParaRPr>
            </a:p>
          </p:txBody>
        </p:sp>
        <p:sp>
          <p:nvSpPr>
            <p:cNvPr id="539" name="Google Shape;539;p43"/>
            <p:cNvSpPr/>
            <p:nvPr/>
          </p:nvSpPr>
          <p:spPr>
            <a:xfrm>
              <a:off x="5101236" y="2170407"/>
              <a:ext cx="46932" cy="14858"/>
            </a:xfrm>
            <a:custGeom>
              <a:rect b="b" l="l" r="r" t="t"/>
              <a:pathLst>
                <a:path extrusionOk="0" h="63" w="199">
                  <a:moveTo>
                    <a:pt x="168" y="0"/>
                  </a:moveTo>
                  <a:lnTo>
                    <a:pt x="168" y="0"/>
                  </a:lnTo>
                  <a:cubicBezTo>
                    <a:pt x="29" y="0"/>
                    <a:pt x="29" y="0"/>
                    <a:pt x="29" y="0"/>
                  </a:cubicBezTo>
                  <a:cubicBezTo>
                    <a:pt x="15" y="0"/>
                    <a:pt x="0" y="11"/>
                    <a:pt x="0" y="26"/>
                  </a:cubicBezTo>
                  <a:cubicBezTo>
                    <a:pt x="-4" y="44"/>
                    <a:pt x="11" y="63"/>
                    <a:pt x="29" y="63"/>
                  </a:cubicBezTo>
                  <a:cubicBezTo>
                    <a:pt x="168" y="63"/>
                    <a:pt x="168" y="63"/>
                    <a:pt x="168" y="63"/>
                  </a:cubicBezTo>
                  <a:cubicBezTo>
                    <a:pt x="187" y="63"/>
                    <a:pt x="201" y="44"/>
                    <a:pt x="198" y="26"/>
                  </a:cubicBezTo>
                  <a:cubicBezTo>
                    <a:pt x="194" y="11"/>
                    <a:pt x="183" y="0"/>
                    <a:pt x="168" y="0"/>
                  </a:cubicBezTo>
                  <a:close/>
                </a:path>
              </a:pathLst>
            </a:custGeom>
            <a:solidFill>
              <a:schemeClr val="lt1"/>
            </a:solidFill>
            <a:ln>
              <a:noFill/>
            </a:ln>
          </p:spPr>
          <p:txBody>
            <a:bodyPr anchorCtr="1" anchor="ctr" bIns="0" lIns="58725" spcFirstLastPara="1" rIns="58725" wrap="square" tIns="0">
              <a:noAutofit/>
            </a:bodyPr>
            <a:lstStyle/>
            <a:p>
              <a:pPr indent="0" lvl="0" marL="0" marR="0" rtl="0" algn="l">
                <a:lnSpc>
                  <a:spcPct val="100000"/>
                </a:lnSpc>
                <a:spcBef>
                  <a:spcPts val="0"/>
                </a:spcBef>
                <a:spcAft>
                  <a:spcPts val="0"/>
                </a:spcAft>
                <a:buClr>
                  <a:srgbClr val="000000"/>
                </a:buClr>
                <a:buSzPts val="1175"/>
                <a:buFont typeface="Arial"/>
                <a:buNone/>
              </a:pPr>
              <a:r>
                <a:t/>
              </a:r>
              <a:endParaRPr b="1" i="0" sz="1174" u="none" cap="none" strike="noStrike">
                <a:solidFill>
                  <a:srgbClr val="FFFFFF"/>
                </a:solidFill>
                <a:latin typeface="Arial"/>
                <a:ea typeface="Arial"/>
                <a:cs typeface="Arial"/>
                <a:sym typeface="Arial"/>
              </a:endParaRPr>
            </a:p>
          </p:txBody>
        </p:sp>
        <p:sp>
          <p:nvSpPr>
            <p:cNvPr id="540" name="Google Shape;540;p43"/>
            <p:cNvSpPr/>
            <p:nvPr/>
          </p:nvSpPr>
          <p:spPr>
            <a:xfrm>
              <a:off x="5101236" y="2485249"/>
              <a:ext cx="46932" cy="14858"/>
            </a:xfrm>
            <a:custGeom>
              <a:rect b="b" l="l" r="r" t="t"/>
              <a:pathLst>
                <a:path extrusionOk="0" h="63" w="199">
                  <a:moveTo>
                    <a:pt x="29" y="63"/>
                  </a:moveTo>
                  <a:lnTo>
                    <a:pt x="29" y="63"/>
                  </a:lnTo>
                  <a:cubicBezTo>
                    <a:pt x="168" y="63"/>
                    <a:pt x="168" y="63"/>
                    <a:pt x="168" y="63"/>
                  </a:cubicBezTo>
                  <a:cubicBezTo>
                    <a:pt x="183" y="63"/>
                    <a:pt x="194" y="52"/>
                    <a:pt x="198" y="37"/>
                  </a:cubicBezTo>
                  <a:cubicBezTo>
                    <a:pt x="201" y="18"/>
                    <a:pt x="187" y="0"/>
                    <a:pt x="168" y="0"/>
                  </a:cubicBezTo>
                  <a:cubicBezTo>
                    <a:pt x="29" y="0"/>
                    <a:pt x="29" y="0"/>
                    <a:pt x="29" y="0"/>
                  </a:cubicBezTo>
                  <a:cubicBezTo>
                    <a:pt x="15" y="0"/>
                    <a:pt x="0" y="11"/>
                    <a:pt x="0" y="29"/>
                  </a:cubicBezTo>
                  <a:cubicBezTo>
                    <a:pt x="-4" y="48"/>
                    <a:pt x="11" y="63"/>
                    <a:pt x="29" y="63"/>
                  </a:cubicBezTo>
                  <a:close/>
                </a:path>
              </a:pathLst>
            </a:custGeom>
            <a:solidFill>
              <a:schemeClr val="lt1"/>
            </a:solidFill>
            <a:ln>
              <a:noFill/>
            </a:ln>
          </p:spPr>
          <p:txBody>
            <a:bodyPr anchorCtr="1" anchor="ctr" bIns="0" lIns="58725" spcFirstLastPara="1" rIns="58725" wrap="square" tIns="0">
              <a:noAutofit/>
            </a:bodyPr>
            <a:lstStyle/>
            <a:p>
              <a:pPr indent="0" lvl="0" marL="0" marR="0" rtl="0" algn="l">
                <a:lnSpc>
                  <a:spcPct val="100000"/>
                </a:lnSpc>
                <a:spcBef>
                  <a:spcPts val="0"/>
                </a:spcBef>
                <a:spcAft>
                  <a:spcPts val="0"/>
                </a:spcAft>
                <a:buClr>
                  <a:srgbClr val="000000"/>
                </a:buClr>
                <a:buSzPts val="1175"/>
                <a:buFont typeface="Arial"/>
                <a:buNone/>
              </a:pPr>
              <a:r>
                <a:t/>
              </a:r>
              <a:endParaRPr b="1" i="0" sz="1174" u="none" cap="none" strike="noStrike">
                <a:solidFill>
                  <a:srgbClr val="FFFFFF"/>
                </a:solidFill>
                <a:latin typeface="Arial"/>
                <a:ea typeface="Arial"/>
                <a:cs typeface="Arial"/>
                <a:sym typeface="Arial"/>
              </a:endParaRPr>
            </a:p>
          </p:txBody>
        </p:sp>
        <p:sp>
          <p:nvSpPr>
            <p:cNvPr id="541" name="Google Shape;541;p43"/>
            <p:cNvSpPr/>
            <p:nvPr/>
          </p:nvSpPr>
          <p:spPr>
            <a:xfrm>
              <a:off x="4899123" y="2170407"/>
              <a:ext cx="46932" cy="14858"/>
            </a:xfrm>
            <a:custGeom>
              <a:rect b="b" l="l" r="r" t="t"/>
              <a:pathLst>
                <a:path extrusionOk="0" h="63" w="199">
                  <a:moveTo>
                    <a:pt x="199" y="29"/>
                  </a:moveTo>
                  <a:lnTo>
                    <a:pt x="199" y="29"/>
                  </a:lnTo>
                  <a:cubicBezTo>
                    <a:pt x="199" y="15"/>
                    <a:pt x="187" y="0"/>
                    <a:pt x="168" y="0"/>
                  </a:cubicBezTo>
                  <a:cubicBezTo>
                    <a:pt x="30" y="0"/>
                    <a:pt x="30" y="0"/>
                    <a:pt x="30" y="0"/>
                  </a:cubicBezTo>
                  <a:cubicBezTo>
                    <a:pt x="15" y="0"/>
                    <a:pt x="0" y="11"/>
                    <a:pt x="0" y="26"/>
                  </a:cubicBezTo>
                  <a:cubicBezTo>
                    <a:pt x="-3" y="44"/>
                    <a:pt x="12" y="63"/>
                    <a:pt x="30" y="63"/>
                  </a:cubicBezTo>
                  <a:cubicBezTo>
                    <a:pt x="168" y="63"/>
                    <a:pt x="168" y="63"/>
                    <a:pt x="168" y="63"/>
                  </a:cubicBezTo>
                  <a:cubicBezTo>
                    <a:pt x="187" y="63"/>
                    <a:pt x="199" y="48"/>
                    <a:pt x="199" y="29"/>
                  </a:cubicBezTo>
                  <a:close/>
                </a:path>
              </a:pathLst>
            </a:custGeom>
            <a:solidFill>
              <a:schemeClr val="lt1"/>
            </a:solidFill>
            <a:ln>
              <a:noFill/>
            </a:ln>
          </p:spPr>
          <p:txBody>
            <a:bodyPr anchorCtr="1" anchor="ctr" bIns="0" lIns="58725" spcFirstLastPara="1" rIns="58725" wrap="square" tIns="0">
              <a:noAutofit/>
            </a:bodyPr>
            <a:lstStyle/>
            <a:p>
              <a:pPr indent="0" lvl="0" marL="0" marR="0" rtl="0" algn="l">
                <a:lnSpc>
                  <a:spcPct val="100000"/>
                </a:lnSpc>
                <a:spcBef>
                  <a:spcPts val="0"/>
                </a:spcBef>
                <a:spcAft>
                  <a:spcPts val="0"/>
                </a:spcAft>
                <a:buClr>
                  <a:srgbClr val="000000"/>
                </a:buClr>
                <a:buSzPts val="1175"/>
                <a:buFont typeface="Arial"/>
                <a:buNone/>
              </a:pPr>
              <a:r>
                <a:t/>
              </a:r>
              <a:endParaRPr b="1" i="0" sz="1174" u="none" cap="none" strike="noStrike">
                <a:solidFill>
                  <a:srgbClr val="FFFFFF"/>
                </a:solidFill>
                <a:latin typeface="Arial"/>
                <a:ea typeface="Arial"/>
                <a:cs typeface="Arial"/>
                <a:sym typeface="Arial"/>
              </a:endParaRPr>
            </a:p>
          </p:txBody>
        </p:sp>
        <p:sp>
          <p:nvSpPr>
            <p:cNvPr id="542" name="Google Shape;542;p43"/>
            <p:cNvSpPr/>
            <p:nvPr/>
          </p:nvSpPr>
          <p:spPr>
            <a:xfrm>
              <a:off x="4899123" y="2485249"/>
              <a:ext cx="47168" cy="14858"/>
            </a:xfrm>
            <a:custGeom>
              <a:rect b="b" l="l" r="r" t="t"/>
              <a:pathLst>
                <a:path extrusionOk="0" h="63" w="200">
                  <a:moveTo>
                    <a:pt x="30" y="63"/>
                  </a:moveTo>
                  <a:lnTo>
                    <a:pt x="30" y="63"/>
                  </a:lnTo>
                  <a:cubicBezTo>
                    <a:pt x="168" y="63"/>
                    <a:pt x="168" y="63"/>
                    <a:pt x="168" y="63"/>
                  </a:cubicBezTo>
                  <a:cubicBezTo>
                    <a:pt x="184" y="63"/>
                    <a:pt x="199" y="52"/>
                    <a:pt x="199" y="37"/>
                  </a:cubicBezTo>
                  <a:cubicBezTo>
                    <a:pt x="202" y="18"/>
                    <a:pt x="187" y="0"/>
                    <a:pt x="168" y="0"/>
                  </a:cubicBezTo>
                  <a:cubicBezTo>
                    <a:pt x="30" y="0"/>
                    <a:pt x="30" y="0"/>
                    <a:pt x="30" y="0"/>
                  </a:cubicBezTo>
                  <a:cubicBezTo>
                    <a:pt x="12" y="0"/>
                    <a:pt x="-3" y="18"/>
                    <a:pt x="0" y="37"/>
                  </a:cubicBezTo>
                  <a:cubicBezTo>
                    <a:pt x="0" y="52"/>
                    <a:pt x="15" y="63"/>
                    <a:pt x="30" y="63"/>
                  </a:cubicBezTo>
                  <a:close/>
                </a:path>
              </a:pathLst>
            </a:custGeom>
            <a:solidFill>
              <a:schemeClr val="lt1"/>
            </a:solidFill>
            <a:ln>
              <a:noFill/>
            </a:ln>
          </p:spPr>
          <p:txBody>
            <a:bodyPr anchorCtr="1" anchor="ctr" bIns="0" lIns="58725" spcFirstLastPara="1" rIns="58725" wrap="square" tIns="0">
              <a:noAutofit/>
            </a:bodyPr>
            <a:lstStyle/>
            <a:p>
              <a:pPr indent="0" lvl="0" marL="0" marR="0" rtl="0" algn="l">
                <a:lnSpc>
                  <a:spcPct val="100000"/>
                </a:lnSpc>
                <a:spcBef>
                  <a:spcPts val="0"/>
                </a:spcBef>
                <a:spcAft>
                  <a:spcPts val="0"/>
                </a:spcAft>
                <a:buClr>
                  <a:srgbClr val="000000"/>
                </a:buClr>
                <a:buSzPts val="1175"/>
                <a:buFont typeface="Arial"/>
                <a:buNone/>
              </a:pPr>
              <a:r>
                <a:t/>
              </a:r>
              <a:endParaRPr b="1" i="0" sz="1174" u="none" cap="none" strike="noStrike">
                <a:solidFill>
                  <a:srgbClr val="FFFFFF"/>
                </a:solidFill>
                <a:latin typeface="Arial"/>
                <a:ea typeface="Arial"/>
                <a:cs typeface="Arial"/>
                <a:sym typeface="Arial"/>
              </a:endParaRPr>
            </a:p>
          </p:txBody>
        </p:sp>
      </p:grpSp>
      <p:sp>
        <p:nvSpPr>
          <p:cNvPr id="543" name="Google Shape;543;p43"/>
          <p:cNvSpPr txBox="1"/>
          <p:nvPr>
            <p:ph idx="12" type="sldNum"/>
          </p:nvPr>
        </p:nvSpPr>
        <p:spPr>
          <a:xfrm>
            <a:off x="8595309" y="462560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44"/>
          <p:cNvSpPr txBox="1"/>
          <p:nvPr/>
        </p:nvSpPr>
        <p:spPr>
          <a:xfrm>
            <a:off x="720000" y="418675"/>
            <a:ext cx="7725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Epilogue"/>
                <a:ea typeface="Epilogue"/>
                <a:cs typeface="Epilogue"/>
                <a:sym typeface="Epilogue"/>
              </a:rPr>
              <a:t>Functional Analysis</a:t>
            </a:r>
            <a:endParaRPr b="1" sz="2400">
              <a:latin typeface="Epilogue"/>
              <a:ea typeface="Epilogue"/>
              <a:cs typeface="Epilogue"/>
              <a:sym typeface="Epilogue"/>
            </a:endParaRPr>
          </a:p>
          <a:p>
            <a:pPr indent="0" lvl="0" marL="0" rtl="0" algn="l">
              <a:spcBef>
                <a:spcPts val="0"/>
              </a:spcBef>
              <a:spcAft>
                <a:spcPts val="0"/>
              </a:spcAft>
              <a:buNone/>
            </a:pPr>
            <a:r>
              <a:t/>
            </a:r>
            <a:endParaRPr b="1" sz="2800">
              <a:latin typeface="Epilogue"/>
              <a:ea typeface="Epilogue"/>
              <a:cs typeface="Epilogue"/>
              <a:sym typeface="Epilogue"/>
            </a:endParaRPr>
          </a:p>
        </p:txBody>
      </p:sp>
      <p:sp>
        <p:nvSpPr>
          <p:cNvPr id="549" name="Google Shape;549;p44"/>
          <p:cNvSpPr txBox="1"/>
          <p:nvPr/>
        </p:nvSpPr>
        <p:spPr>
          <a:xfrm>
            <a:off x="851874" y="1029825"/>
            <a:ext cx="7356600" cy="260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Alexandria"/>
                <a:ea typeface="Alexandria"/>
                <a:cs typeface="Alexandria"/>
                <a:sym typeface="Alexandria"/>
              </a:rPr>
              <a:t>Basic Function: Detect, identify, and communicate faults. </a:t>
            </a:r>
            <a:endParaRPr>
              <a:latin typeface="Alexandria"/>
              <a:ea typeface="Alexandria"/>
              <a:cs typeface="Alexandria"/>
              <a:sym typeface="Alexandria"/>
            </a:endParaRPr>
          </a:p>
          <a:p>
            <a:pPr indent="0" lvl="0" marL="0" rtl="0" algn="l">
              <a:spcBef>
                <a:spcPts val="0"/>
              </a:spcBef>
              <a:spcAft>
                <a:spcPts val="0"/>
              </a:spcAft>
              <a:buNone/>
            </a:pPr>
            <a:r>
              <a:t/>
            </a:r>
            <a:endParaRPr>
              <a:latin typeface="Alexandria"/>
              <a:ea typeface="Alexandria"/>
              <a:cs typeface="Alexandria"/>
              <a:sym typeface="Alexandria"/>
            </a:endParaRPr>
          </a:p>
          <a:p>
            <a:pPr indent="0" lvl="0" marL="0" rtl="0" algn="l">
              <a:spcBef>
                <a:spcPts val="0"/>
              </a:spcBef>
              <a:spcAft>
                <a:spcPts val="0"/>
              </a:spcAft>
              <a:buNone/>
            </a:pPr>
            <a:r>
              <a:rPr lang="en">
                <a:latin typeface="Alexandria"/>
                <a:ea typeface="Alexandria"/>
                <a:cs typeface="Alexandria"/>
                <a:sym typeface="Alexandria"/>
              </a:rPr>
              <a:t>Secondary Functions:</a:t>
            </a:r>
            <a:endParaRPr>
              <a:latin typeface="Alexandria"/>
              <a:ea typeface="Alexandria"/>
              <a:cs typeface="Alexandria"/>
              <a:sym typeface="Alexandria"/>
            </a:endParaRPr>
          </a:p>
          <a:p>
            <a:pPr indent="-304800" lvl="0" marL="457200" rtl="0" algn="just">
              <a:lnSpc>
                <a:spcPct val="115000"/>
              </a:lnSpc>
              <a:spcBef>
                <a:spcPts val="1200"/>
              </a:spcBef>
              <a:spcAft>
                <a:spcPts val="0"/>
              </a:spcAft>
              <a:buSzPts val="1200"/>
              <a:buFont typeface="Alexandria"/>
              <a:buChar char="●"/>
            </a:pPr>
            <a:r>
              <a:rPr lang="en">
                <a:latin typeface="Alexandria"/>
                <a:ea typeface="Alexandria"/>
                <a:cs typeface="Alexandria"/>
                <a:sym typeface="Alexandria"/>
              </a:rPr>
              <a:t>Supply power to the system.</a:t>
            </a:r>
            <a:endParaRPr>
              <a:latin typeface="Alexandria"/>
              <a:ea typeface="Alexandria"/>
              <a:cs typeface="Alexandria"/>
              <a:sym typeface="Alexandria"/>
            </a:endParaRPr>
          </a:p>
          <a:p>
            <a:pPr indent="-304800" lvl="0" marL="457200" rtl="0" algn="just">
              <a:lnSpc>
                <a:spcPct val="115000"/>
              </a:lnSpc>
              <a:spcBef>
                <a:spcPts val="0"/>
              </a:spcBef>
              <a:spcAft>
                <a:spcPts val="0"/>
              </a:spcAft>
              <a:buSzPts val="1200"/>
              <a:buFont typeface="Alexandria"/>
              <a:buChar char="●"/>
            </a:pPr>
            <a:r>
              <a:rPr lang="en">
                <a:latin typeface="Alexandria"/>
                <a:ea typeface="Alexandria"/>
                <a:cs typeface="Alexandria"/>
                <a:sym typeface="Alexandria"/>
              </a:rPr>
              <a:t>Detect fault current.</a:t>
            </a:r>
            <a:endParaRPr>
              <a:latin typeface="Alexandria"/>
              <a:ea typeface="Alexandria"/>
              <a:cs typeface="Alexandria"/>
              <a:sym typeface="Alexandria"/>
            </a:endParaRPr>
          </a:p>
          <a:p>
            <a:pPr indent="-304800" lvl="0" marL="457200" rtl="0" algn="just">
              <a:lnSpc>
                <a:spcPct val="115000"/>
              </a:lnSpc>
              <a:spcBef>
                <a:spcPts val="0"/>
              </a:spcBef>
              <a:spcAft>
                <a:spcPts val="0"/>
              </a:spcAft>
              <a:buSzPts val="1200"/>
              <a:buFont typeface="Alexandria"/>
              <a:buChar char="●"/>
            </a:pPr>
            <a:r>
              <a:rPr lang="en">
                <a:latin typeface="Alexandria"/>
                <a:ea typeface="Alexandria"/>
                <a:cs typeface="Alexandria"/>
                <a:sym typeface="Alexandria"/>
              </a:rPr>
              <a:t>Analyse and identify fault type.</a:t>
            </a:r>
            <a:endParaRPr>
              <a:latin typeface="Alexandria"/>
              <a:ea typeface="Alexandria"/>
              <a:cs typeface="Alexandria"/>
              <a:sym typeface="Alexandria"/>
            </a:endParaRPr>
          </a:p>
          <a:p>
            <a:pPr indent="-304800" lvl="0" marL="457200" rtl="0" algn="just">
              <a:lnSpc>
                <a:spcPct val="115000"/>
              </a:lnSpc>
              <a:spcBef>
                <a:spcPts val="0"/>
              </a:spcBef>
              <a:spcAft>
                <a:spcPts val="0"/>
              </a:spcAft>
              <a:buSzPts val="1200"/>
              <a:buFont typeface="Alexandria"/>
              <a:buChar char="●"/>
            </a:pPr>
            <a:r>
              <a:rPr lang="en">
                <a:latin typeface="Alexandria"/>
                <a:ea typeface="Alexandria"/>
                <a:cs typeface="Alexandria"/>
                <a:sym typeface="Alexandria"/>
              </a:rPr>
              <a:t>Indicate identified fault locally.</a:t>
            </a:r>
            <a:endParaRPr>
              <a:latin typeface="Alexandria"/>
              <a:ea typeface="Alexandria"/>
              <a:cs typeface="Alexandria"/>
              <a:sym typeface="Alexandria"/>
            </a:endParaRPr>
          </a:p>
          <a:p>
            <a:pPr indent="-304800" lvl="0" marL="457200" rtl="0" algn="just">
              <a:lnSpc>
                <a:spcPct val="115000"/>
              </a:lnSpc>
              <a:spcBef>
                <a:spcPts val="0"/>
              </a:spcBef>
              <a:spcAft>
                <a:spcPts val="0"/>
              </a:spcAft>
              <a:buSzPts val="1200"/>
              <a:buFont typeface="Alexandria"/>
              <a:buChar char="●"/>
            </a:pPr>
            <a:r>
              <a:rPr lang="en">
                <a:latin typeface="Alexandria"/>
                <a:ea typeface="Alexandria"/>
                <a:cs typeface="Alexandria"/>
                <a:sym typeface="Alexandria"/>
              </a:rPr>
              <a:t>Communicate data to central server.</a:t>
            </a:r>
            <a:endParaRPr>
              <a:latin typeface="Alexandria"/>
              <a:ea typeface="Alexandria"/>
              <a:cs typeface="Alexandria"/>
              <a:sym typeface="Alexandria"/>
            </a:endParaRPr>
          </a:p>
          <a:p>
            <a:pPr indent="-304800" lvl="0" marL="457200" rtl="0" algn="just">
              <a:lnSpc>
                <a:spcPct val="115000"/>
              </a:lnSpc>
              <a:spcBef>
                <a:spcPts val="0"/>
              </a:spcBef>
              <a:spcAft>
                <a:spcPts val="0"/>
              </a:spcAft>
              <a:buSzPts val="1200"/>
              <a:buFont typeface="Alexandria"/>
              <a:buChar char="●"/>
            </a:pPr>
            <a:r>
              <a:rPr lang="en">
                <a:latin typeface="Alexandria"/>
                <a:ea typeface="Alexandria"/>
                <a:cs typeface="Alexandria"/>
                <a:sym typeface="Alexandria"/>
              </a:rPr>
              <a:t>Display data to user through web dashboards.</a:t>
            </a:r>
            <a:endParaRPr>
              <a:latin typeface="Alexandria"/>
              <a:ea typeface="Alexandria"/>
              <a:cs typeface="Alexandria"/>
              <a:sym typeface="Alexandria"/>
            </a:endParaRPr>
          </a:p>
          <a:p>
            <a:pPr indent="0" lvl="0" marL="0" rtl="0" algn="l">
              <a:spcBef>
                <a:spcPts val="1200"/>
              </a:spcBef>
              <a:spcAft>
                <a:spcPts val="0"/>
              </a:spcAft>
              <a:buNone/>
            </a:pPr>
            <a:r>
              <a:t/>
            </a:r>
            <a:endParaRPr>
              <a:solidFill>
                <a:srgbClr val="333333"/>
              </a:solidFill>
              <a:latin typeface="Alexandria"/>
              <a:ea typeface="Alexandria"/>
              <a:cs typeface="Alexandria"/>
              <a:sym typeface="Alexandria"/>
            </a:endParaRPr>
          </a:p>
        </p:txBody>
      </p:sp>
      <p:pic>
        <p:nvPicPr>
          <p:cNvPr id="550" name="Google Shape;550;p44"/>
          <p:cNvPicPr preferRelativeResize="0"/>
          <p:nvPr/>
        </p:nvPicPr>
        <p:blipFill>
          <a:blip r:embed="rId3">
            <a:alphaModFix/>
          </a:blip>
          <a:stretch>
            <a:fillRect/>
          </a:stretch>
        </p:blipFill>
        <p:spPr>
          <a:xfrm>
            <a:off x="1125150" y="3526125"/>
            <a:ext cx="6810050" cy="949950"/>
          </a:xfrm>
          <a:prstGeom prst="rect">
            <a:avLst/>
          </a:prstGeom>
          <a:noFill/>
          <a:ln>
            <a:noFill/>
          </a:ln>
        </p:spPr>
      </p:pic>
      <p:sp>
        <p:nvSpPr>
          <p:cNvPr id="551" name="Google Shape;551;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45"/>
          <p:cNvSpPr txBox="1"/>
          <p:nvPr>
            <p:ph type="title"/>
          </p:nvPr>
        </p:nvSpPr>
        <p:spPr>
          <a:xfrm>
            <a:off x="484425" y="9047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400">
                <a:solidFill>
                  <a:srgbClr val="000000"/>
                </a:solidFill>
              </a:rPr>
              <a:t>Flowchart</a:t>
            </a:r>
            <a:endParaRPr sz="2400">
              <a:solidFill>
                <a:srgbClr val="000000"/>
              </a:solidFill>
            </a:endParaRPr>
          </a:p>
        </p:txBody>
      </p:sp>
      <p:sp>
        <p:nvSpPr>
          <p:cNvPr id="557" name="Google Shape;557;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8" name="Google Shape;558;p45"/>
          <p:cNvSpPr txBox="1"/>
          <p:nvPr/>
        </p:nvSpPr>
        <p:spPr>
          <a:xfrm>
            <a:off x="2259150" y="4749850"/>
            <a:ext cx="4625700" cy="29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Epilogue"/>
                <a:ea typeface="Epilogue"/>
                <a:cs typeface="Epilogue"/>
                <a:sym typeface="Epilogue"/>
              </a:rPr>
              <a:t>Figure 1: Flowchart of the system</a:t>
            </a:r>
            <a:r>
              <a:rPr b="1" lang="en">
                <a:solidFill>
                  <a:schemeClr val="dk1"/>
                </a:solidFill>
                <a:latin typeface="Epilogue"/>
                <a:ea typeface="Epilogue"/>
                <a:cs typeface="Epilogue"/>
                <a:sym typeface="Epilogue"/>
              </a:rPr>
              <a:t> </a:t>
            </a:r>
            <a:endParaRPr b="1">
              <a:solidFill>
                <a:schemeClr val="dk1"/>
              </a:solidFill>
              <a:latin typeface="Epilogue"/>
              <a:ea typeface="Epilogue"/>
              <a:cs typeface="Epilogue"/>
              <a:sym typeface="Epilogue"/>
            </a:endParaRPr>
          </a:p>
        </p:txBody>
      </p:sp>
      <p:pic>
        <p:nvPicPr>
          <p:cNvPr id="559" name="Google Shape;559;p45" title="Flowchart-1.drawio.png"/>
          <p:cNvPicPr preferRelativeResize="0"/>
          <p:nvPr/>
        </p:nvPicPr>
        <p:blipFill>
          <a:blip r:embed="rId3">
            <a:alphaModFix/>
          </a:blip>
          <a:stretch>
            <a:fillRect/>
          </a:stretch>
        </p:blipFill>
        <p:spPr>
          <a:xfrm>
            <a:off x="1303100" y="663175"/>
            <a:ext cx="6625026" cy="40866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46"/>
          <p:cNvSpPr txBox="1"/>
          <p:nvPr/>
        </p:nvSpPr>
        <p:spPr>
          <a:xfrm>
            <a:off x="547400" y="384150"/>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Epilogue"/>
                <a:ea typeface="Epilogue"/>
                <a:cs typeface="Epilogue"/>
                <a:sym typeface="Epilogue"/>
              </a:rPr>
              <a:t>Multiple Design Approaches</a:t>
            </a:r>
            <a:endParaRPr b="1" sz="2400">
              <a:latin typeface="Epilogue"/>
              <a:ea typeface="Epilogue"/>
              <a:cs typeface="Epilogue"/>
              <a:sym typeface="Epilogue"/>
            </a:endParaRPr>
          </a:p>
        </p:txBody>
      </p:sp>
      <p:sp>
        <p:nvSpPr>
          <p:cNvPr id="565" name="Google Shape;565;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6" name="Google Shape;566;p46"/>
          <p:cNvSpPr txBox="1"/>
          <p:nvPr/>
        </p:nvSpPr>
        <p:spPr>
          <a:xfrm>
            <a:off x="1772100" y="4637200"/>
            <a:ext cx="5599800" cy="29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Epilogue"/>
                <a:ea typeface="Epilogue"/>
                <a:cs typeface="Epilogue"/>
                <a:sym typeface="Epilogue"/>
              </a:rPr>
              <a:t>Table 1:  Proposed 3 design approaches for the project</a:t>
            </a:r>
            <a:endParaRPr b="1">
              <a:latin typeface="Epilogue"/>
              <a:ea typeface="Epilogue"/>
              <a:cs typeface="Epilogue"/>
              <a:sym typeface="Epilogue"/>
            </a:endParaRPr>
          </a:p>
        </p:txBody>
      </p:sp>
      <p:pic>
        <p:nvPicPr>
          <p:cNvPr id="567" name="Google Shape;567;p46"/>
          <p:cNvPicPr preferRelativeResize="0"/>
          <p:nvPr/>
        </p:nvPicPr>
        <p:blipFill>
          <a:blip r:embed="rId3">
            <a:alphaModFix/>
          </a:blip>
          <a:stretch>
            <a:fillRect/>
          </a:stretch>
        </p:blipFill>
        <p:spPr>
          <a:xfrm>
            <a:off x="1369300" y="956850"/>
            <a:ext cx="6403475" cy="3680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3" name="Google Shape;573;p47"/>
          <p:cNvSpPr txBox="1"/>
          <p:nvPr/>
        </p:nvSpPr>
        <p:spPr>
          <a:xfrm>
            <a:off x="192825" y="150228"/>
            <a:ext cx="84369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 sz="2400" u="none" cap="none" strike="noStrike">
                <a:latin typeface="Epilogue"/>
                <a:ea typeface="Epilogue"/>
                <a:cs typeface="Epilogue"/>
                <a:sym typeface="Epilogue"/>
              </a:rPr>
              <a:t>Design Approach 1</a:t>
            </a:r>
            <a:endParaRPr b="1" i="0" sz="2400" u="none" cap="none" strike="noStrike">
              <a:latin typeface="Epilogue"/>
              <a:ea typeface="Epilogue"/>
              <a:cs typeface="Epilogue"/>
              <a:sym typeface="Epilogue"/>
            </a:endParaRPr>
          </a:p>
        </p:txBody>
      </p:sp>
      <p:sp>
        <p:nvSpPr>
          <p:cNvPr id="574" name="Google Shape;574;p47"/>
          <p:cNvSpPr txBox="1"/>
          <p:nvPr/>
        </p:nvSpPr>
        <p:spPr>
          <a:xfrm>
            <a:off x="2098425" y="4610050"/>
            <a:ext cx="4625700" cy="29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Epilogue"/>
                <a:ea typeface="Epilogue"/>
                <a:cs typeface="Epilogue"/>
                <a:sym typeface="Epilogue"/>
              </a:rPr>
              <a:t>Figure 2: Block Diagram of Design Approach 1</a:t>
            </a:r>
            <a:endParaRPr b="1">
              <a:latin typeface="Epilogue"/>
              <a:ea typeface="Epilogue"/>
              <a:cs typeface="Epilogue"/>
              <a:sym typeface="Epilogue"/>
            </a:endParaRPr>
          </a:p>
        </p:txBody>
      </p:sp>
      <p:pic>
        <p:nvPicPr>
          <p:cNvPr id="575" name="Google Shape;575;p47" title="D1 (1)-Design Approach 1-Page-4.drawio.png"/>
          <p:cNvPicPr preferRelativeResize="0"/>
          <p:nvPr/>
        </p:nvPicPr>
        <p:blipFill>
          <a:blip r:embed="rId3">
            <a:alphaModFix/>
          </a:blip>
          <a:stretch>
            <a:fillRect/>
          </a:stretch>
        </p:blipFill>
        <p:spPr>
          <a:xfrm>
            <a:off x="1610950" y="704325"/>
            <a:ext cx="5695800" cy="39057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1" name="Google Shape;581;p48"/>
          <p:cNvSpPr txBox="1"/>
          <p:nvPr/>
        </p:nvSpPr>
        <p:spPr>
          <a:xfrm>
            <a:off x="192825" y="150228"/>
            <a:ext cx="84369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 sz="2400" u="none" cap="none" strike="noStrike">
                <a:latin typeface="Epilogue"/>
                <a:ea typeface="Epilogue"/>
                <a:cs typeface="Epilogue"/>
                <a:sym typeface="Epilogue"/>
              </a:rPr>
              <a:t>Design Approach </a:t>
            </a:r>
            <a:r>
              <a:rPr b="1" lang="en" sz="2400">
                <a:latin typeface="Epilogue"/>
                <a:ea typeface="Epilogue"/>
                <a:cs typeface="Epilogue"/>
                <a:sym typeface="Epilogue"/>
              </a:rPr>
              <a:t>2</a:t>
            </a:r>
            <a:endParaRPr b="1" i="0" sz="2400" u="none" cap="none" strike="noStrike">
              <a:latin typeface="Epilogue"/>
              <a:ea typeface="Epilogue"/>
              <a:cs typeface="Epilogue"/>
              <a:sym typeface="Epilogue"/>
            </a:endParaRPr>
          </a:p>
        </p:txBody>
      </p:sp>
      <p:sp>
        <p:nvSpPr>
          <p:cNvPr id="582" name="Google Shape;582;p48"/>
          <p:cNvSpPr txBox="1"/>
          <p:nvPr/>
        </p:nvSpPr>
        <p:spPr>
          <a:xfrm>
            <a:off x="2098425" y="4577275"/>
            <a:ext cx="4625700" cy="29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Epilogue"/>
                <a:ea typeface="Epilogue"/>
                <a:cs typeface="Epilogue"/>
                <a:sym typeface="Epilogue"/>
              </a:rPr>
              <a:t>Figure 3: Block Diagram of Design Approach 2</a:t>
            </a:r>
            <a:endParaRPr b="1">
              <a:latin typeface="Epilogue"/>
              <a:ea typeface="Epilogue"/>
              <a:cs typeface="Epilogue"/>
              <a:sym typeface="Epilogue"/>
            </a:endParaRPr>
          </a:p>
        </p:txBody>
      </p:sp>
      <p:pic>
        <p:nvPicPr>
          <p:cNvPr id="583" name="Google Shape;583;p48" title="D1 (1)-Design Approach 1-Page-5.drawio.png"/>
          <p:cNvPicPr preferRelativeResize="0"/>
          <p:nvPr/>
        </p:nvPicPr>
        <p:blipFill>
          <a:blip r:embed="rId3">
            <a:alphaModFix/>
          </a:blip>
          <a:stretch>
            <a:fillRect/>
          </a:stretch>
        </p:blipFill>
        <p:spPr>
          <a:xfrm>
            <a:off x="1576425" y="787675"/>
            <a:ext cx="5713076" cy="3789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9" name="Google Shape;589;p49"/>
          <p:cNvSpPr txBox="1"/>
          <p:nvPr/>
        </p:nvSpPr>
        <p:spPr>
          <a:xfrm>
            <a:off x="192825" y="150228"/>
            <a:ext cx="84369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 sz="2400" u="none" cap="none" strike="noStrike">
                <a:latin typeface="Epilogue"/>
                <a:ea typeface="Epilogue"/>
                <a:cs typeface="Epilogue"/>
                <a:sym typeface="Epilogue"/>
              </a:rPr>
              <a:t>Design Approach </a:t>
            </a:r>
            <a:r>
              <a:rPr b="1" lang="en" sz="2400">
                <a:latin typeface="Epilogue"/>
                <a:ea typeface="Epilogue"/>
                <a:cs typeface="Epilogue"/>
                <a:sym typeface="Epilogue"/>
              </a:rPr>
              <a:t>3</a:t>
            </a:r>
            <a:endParaRPr b="1" i="0" sz="2400" u="none" cap="none" strike="noStrike">
              <a:latin typeface="Epilogue"/>
              <a:ea typeface="Epilogue"/>
              <a:cs typeface="Epilogue"/>
              <a:sym typeface="Epilogue"/>
            </a:endParaRPr>
          </a:p>
        </p:txBody>
      </p:sp>
      <p:sp>
        <p:nvSpPr>
          <p:cNvPr id="590" name="Google Shape;590;p49"/>
          <p:cNvSpPr txBox="1"/>
          <p:nvPr/>
        </p:nvSpPr>
        <p:spPr>
          <a:xfrm>
            <a:off x="2098438" y="4542725"/>
            <a:ext cx="4625700" cy="29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Epilogue"/>
                <a:ea typeface="Epilogue"/>
                <a:cs typeface="Epilogue"/>
                <a:sym typeface="Epilogue"/>
              </a:rPr>
              <a:t>Figure 4: Block Diagram of Design Approach 3</a:t>
            </a:r>
            <a:endParaRPr b="1">
              <a:latin typeface="Epilogue"/>
              <a:ea typeface="Epilogue"/>
              <a:cs typeface="Epilogue"/>
              <a:sym typeface="Epilogue"/>
            </a:endParaRPr>
          </a:p>
        </p:txBody>
      </p:sp>
      <p:pic>
        <p:nvPicPr>
          <p:cNvPr id="591" name="Google Shape;591;p49" title="D1 (1)-Design Approach 1-Page-6.drawio.png"/>
          <p:cNvPicPr preferRelativeResize="0"/>
          <p:nvPr/>
        </p:nvPicPr>
        <p:blipFill>
          <a:blip r:embed="rId3">
            <a:alphaModFix/>
          </a:blip>
          <a:stretch>
            <a:fillRect/>
          </a:stretch>
        </p:blipFill>
        <p:spPr>
          <a:xfrm>
            <a:off x="1576425" y="804950"/>
            <a:ext cx="5730325" cy="3737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95" name="Shape 595"/>
        <p:cNvGrpSpPr/>
        <p:nvPr/>
      </p:nvGrpSpPr>
      <p:grpSpPr>
        <a:xfrm>
          <a:off x="0" y="0"/>
          <a:ext cx="0" cy="0"/>
          <a:chOff x="0" y="0"/>
          <a:chExt cx="0" cy="0"/>
        </a:xfrm>
      </p:grpSpPr>
      <p:sp>
        <p:nvSpPr>
          <p:cNvPr id="596" name="Google Shape;596;p50"/>
          <p:cNvSpPr txBox="1"/>
          <p:nvPr>
            <p:ph idx="4294967295" type="title"/>
          </p:nvPr>
        </p:nvSpPr>
        <p:spPr>
          <a:xfrm>
            <a:off x="-1994975" y="86300"/>
            <a:ext cx="7704000" cy="59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000000"/>
                </a:solidFill>
              </a:rPr>
              <a:t>Tentative Gantt Chart</a:t>
            </a:r>
            <a:endParaRPr sz="2400">
              <a:solidFill>
                <a:srgbClr val="000000"/>
              </a:solidFill>
            </a:endParaRPr>
          </a:p>
        </p:txBody>
      </p:sp>
      <p:sp>
        <p:nvSpPr>
          <p:cNvPr id="597" name="Google Shape;597;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98" name="Google Shape;598;p50"/>
          <p:cNvPicPr preferRelativeResize="0"/>
          <p:nvPr/>
        </p:nvPicPr>
        <p:blipFill>
          <a:blip r:embed="rId3">
            <a:alphaModFix/>
          </a:blip>
          <a:stretch>
            <a:fillRect/>
          </a:stretch>
        </p:blipFill>
        <p:spPr>
          <a:xfrm>
            <a:off x="518100" y="607613"/>
            <a:ext cx="3664599" cy="2098050"/>
          </a:xfrm>
          <a:prstGeom prst="rect">
            <a:avLst/>
          </a:prstGeom>
          <a:noFill/>
          <a:ln>
            <a:noFill/>
          </a:ln>
        </p:spPr>
      </p:pic>
      <p:pic>
        <p:nvPicPr>
          <p:cNvPr id="599" name="Google Shape;599;p50"/>
          <p:cNvPicPr preferRelativeResize="0"/>
          <p:nvPr/>
        </p:nvPicPr>
        <p:blipFill>
          <a:blip r:embed="rId4">
            <a:alphaModFix/>
          </a:blip>
          <a:stretch>
            <a:fillRect/>
          </a:stretch>
        </p:blipFill>
        <p:spPr>
          <a:xfrm>
            <a:off x="2706300" y="2997500"/>
            <a:ext cx="3414450" cy="1798625"/>
          </a:xfrm>
          <a:prstGeom prst="rect">
            <a:avLst/>
          </a:prstGeom>
          <a:noFill/>
          <a:ln>
            <a:noFill/>
          </a:ln>
        </p:spPr>
      </p:pic>
      <p:sp>
        <p:nvSpPr>
          <p:cNvPr id="600" name="Google Shape;600;p50"/>
          <p:cNvSpPr txBox="1"/>
          <p:nvPr/>
        </p:nvSpPr>
        <p:spPr>
          <a:xfrm>
            <a:off x="518100" y="2675175"/>
            <a:ext cx="3562800" cy="30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Epilogue"/>
                <a:ea typeface="Epilogue"/>
                <a:cs typeface="Epilogue"/>
                <a:sym typeface="Epilogue"/>
              </a:rPr>
              <a:t>Table-2(a): FYDP-P TIMELINE</a:t>
            </a:r>
            <a:endParaRPr b="1">
              <a:latin typeface="Epilogue"/>
              <a:ea typeface="Epilogue"/>
              <a:cs typeface="Epilogue"/>
              <a:sym typeface="Epilogue"/>
            </a:endParaRPr>
          </a:p>
        </p:txBody>
      </p:sp>
      <p:sp>
        <p:nvSpPr>
          <p:cNvPr id="601" name="Google Shape;601;p50"/>
          <p:cNvSpPr txBox="1"/>
          <p:nvPr/>
        </p:nvSpPr>
        <p:spPr>
          <a:xfrm>
            <a:off x="4726100" y="2705713"/>
            <a:ext cx="3984900" cy="30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Epilogue"/>
                <a:ea typeface="Epilogue"/>
                <a:cs typeface="Epilogue"/>
                <a:sym typeface="Epilogue"/>
              </a:rPr>
              <a:t>Table-2(b): FYDP-D TIMELINE</a:t>
            </a:r>
            <a:endParaRPr b="1">
              <a:latin typeface="Epilogue"/>
              <a:ea typeface="Epilogue"/>
              <a:cs typeface="Epilogue"/>
              <a:sym typeface="Epilogue"/>
            </a:endParaRPr>
          </a:p>
        </p:txBody>
      </p:sp>
      <p:sp>
        <p:nvSpPr>
          <p:cNvPr id="602" name="Google Shape;602;p50"/>
          <p:cNvSpPr txBox="1"/>
          <p:nvPr/>
        </p:nvSpPr>
        <p:spPr>
          <a:xfrm>
            <a:off x="2706225" y="4796125"/>
            <a:ext cx="34146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Epilogue"/>
                <a:ea typeface="Epilogue"/>
                <a:cs typeface="Epilogue"/>
                <a:sym typeface="Epilogue"/>
              </a:rPr>
              <a:t>Table-2(c): FYDP-C TIMELINE</a:t>
            </a:r>
            <a:endParaRPr b="1">
              <a:latin typeface="Epilogue"/>
              <a:ea typeface="Epilogue"/>
              <a:cs typeface="Epilogue"/>
              <a:sym typeface="Epilogue"/>
            </a:endParaRPr>
          </a:p>
        </p:txBody>
      </p:sp>
      <p:pic>
        <p:nvPicPr>
          <p:cNvPr id="603" name="Google Shape;603;p50"/>
          <p:cNvPicPr preferRelativeResize="0"/>
          <p:nvPr/>
        </p:nvPicPr>
        <p:blipFill>
          <a:blip r:embed="rId5">
            <a:alphaModFix/>
          </a:blip>
          <a:stretch>
            <a:fillRect/>
          </a:stretch>
        </p:blipFill>
        <p:spPr>
          <a:xfrm>
            <a:off x="4886250" y="618075"/>
            <a:ext cx="3664599" cy="20771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51"/>
          <p:cNvSpPr txBox="1"/>
          <p:nvPr>
            <p:ph type="title"/>
          </p:nvPr>
        </p:nvSpPr>
        <p:spPr>
          <a:xfrm>
            <a:off x="-1200137" y="-119075"/>
            <a:ext cx="7124700" cy="693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rgbClr val="000000"/>
                </a:solidFill>
              </a:rPr>
              <a:t>BOM for Design Approach 1</a:t>
            </a:r>
            <a:endParaRPr>
              <a:solidFill>
                <a:srgbClr val="000000"/>
              </a:solidFill>
            </a:endParaRPr>
          </a:p>
        </p:txBody>
      </p:sp>
      <p:sp>
        <p:nvSpPr>
          <p:cNvPr id="609" name="Google Shape;609;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610" name="Google Shape;610;p51"/>
          <p:cNvGraphicFramePr/>
          <p:nvPr/>
        </p:nvGraphicFramePr>
        <p:xfrm>
          <a:off x="816300" y="574825"/>
          <a:ext cx="3000000" cy="3000000"/>
        </p:xfrm>
        <a:graphic>
          <a:graphicData uri="http://schemas.openxmlformats.org/drawingml/2006/table">
            <a:tbl>
              <a:tblPr>
                <a:noFill/>
                <a:tableStyleId>{30AFAE98-ED0B-49CD-A44E-24DC0B78834B}</a:tableStyleId>
              </a:tblPr>
              <a:tblGrid>
                <a:gridCol w="1850825"/>
                <a:gridCol w="2286825"/>
                <a:gridCol w="1030875"/>
                <a:gridCol w="916750"/>
                <a:gridCol w="1344500"/>
              </a:tblGrid>
              <a:tr h="271150">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Component Name</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Purpose</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Unit Price (BDT)</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Quantity</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Total Price (BDT)</a:t>
                      </a:r>
                      <a:endParaRPr sz="1000">
                        <a:latin typeface="Times New Roman"/>
                        <a:ea typeface="Times New Roman"/>
                        <a:cs typeface="Times New Roman"/>
                        <a:sym typeface="Times New Roman"/>
                      </a:endParaRPr>
                    </a:p>
                  </a:txBody>
                  <a:tcPr marT="63500" marB="63500" marR="63500" marL="63500"/>
                </a:tc>
              </a:tr>
              <a:tr h="234275">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Rogowski</a:t>
                      </a:r>
                      <a:r>
                        <a:rPr lang="en" sz="1100">
                          <a:latin typeface="Times New Roman"/>
                          <a:ea typeface="Times New Roman"/>
                          <a:cs typeface="Times New Roman"/>
                          <a:sym typeface="Times New Roman"/>
                        </a:rPr>
                        <a:t> Coil</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Current measurement for LV lines</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1800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3600</a:t>
                      </a:r>
                      <a:endParaRPr sz="1000">
                        <a:latin typeface="Times New Roman"/>
                        <a:ea typeface="Times New Roman"/>
                        <a:cs typeface="Times New Roman"/>
                        <a:sym typeface="Times New Roman"/>
                      </a:endParaRPr>
                    </a:p>
                  </a:txBody>
                  <a:tcPr marT="63500" marB="63500" marR="63500" marL="63500"/>
                </a:tc>
              </a:tr>
              <a:tr h="433725">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Arduino/</a:t>
                      </a:r>
                      <a:r>
                        <a:rPr lang="en" sz="1100">
                          <a:latin typeface="Times New Roman"/>
                          <a:ea typeface="Times New Roman"/>
                          <a:cs typeface="Times New Roman"/>
                          <a:sym typeface="Times New Roman"/>
                        </a:rPr>
                        <a:t>STM32 Microcontroller</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Device control &amp; fault logic</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850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3</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255</a:t>
                      </a:r>
                      <a:r>
                        <a:rPr lang="en" sz="1100">
                          <a:latin typeface="Times New Roman"/>
                          <a:ea typeface="Times New Roman"/>
                          <a:cs typeface="Times New Roman"/>
                          <a:sym typeface="Times New Roman"/>
                        </a:rPr>
                        <a:t>0</a:t>
                      </a:r>
                      <a:endParaRPr sz="1000">
                        <a:latin typeface="Times New Roman"/>
                        <a:ea typeface="Times New Roman"/>
                        <a:cs typeface="Times New Roman"/>
                        <a:sym typeface="Times New Roman"/>
                      </a:endParaRPr>
                    </a:p>
                  </a:txBody>
                  <a:tcPr marT="63500" marB="63500" marR="63500" marL="63500"/>
                </a:tc>
              </a:tr>
              <a:tr h="311625">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GSM Module (SIM800L)</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Communication with server</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1200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2</a:t>
                      </a:r>
                      <a:r>
                        <a:rPr lang="en" sz="1100">
                          <a:latin typeface="Times New Roman"/>
                          <a:ea typeface="Times New Roman"/>
                          <a:cs typeface="Times New Roman"/>
                          <a:sym typeface="Times New Roman"/>
                        </a:rPr>
                        <a:t>400</a:t>
                      </a:r>
                      <a:endParaRPr sz="1000">
                        <a:latin typeface="Times New Roman"/>
                        <a:ea typeface="Times New Roman"/>
                        <a:cs typeface="Times New Roman"/>
                        <a:sym typeface="Times New Roman"/>
                      </a:endParaRPr>
                    </a:p>
                  </a:txBody>
                  <a:tcPr marT="63500" marB="63500" marR="63500" marL="63500"/>
                </a:tc>
              </a:tr>
              <a:tr h="303100">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CR2032 Coin Cell</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Power supply</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3</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30</a:t>
                      </a:r>
                      <a:r>
                        <a:rPr lang="en" sz="1100">
                          <a:latin typeface="Times New Roman"/>
                          <a:ea typeface="Times New Roman"/>
                          <a:cs typeface="Times New Roman"/>
                          <a:sym typeface="Times New Roman"/>
                        </a:rPr>
                        <a:t>0</a:t>
                      </a:r>
                      <a:endParaRPr sz="1000">
                        <a:latin typeface="Times New Roman"/>
                        <a:ea typeface="Times New Roman"/>
                        <a:cs typeface="Times New Roman"/>
                        <a:sym typeface="Times New Roman"/>
                      </a:endParaRPr>
                    </a:p>
                  </a:txBody>
                  <a:tcPr marT="63500" marB="63500" marR="63500" marL="63500"/>
                </a:tc>
              </a:tr>
              <a:tr h="315450">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CR2032 Holder</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Battery support</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20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4</a:t>
                      </a:r>
                      <a:r>
                        <a:rPr lang="en" sz="1100">
                          <a:latin typeface="Times New Roman"/>
                          <a:ea typeface="Times New Roman"/>
                          <a:cs typeface="Times New Roman"/>
                          <a:sym typeface="Times New Roman"/>
                        </a:rPr>
                        <a:t>0</a:t>
                      </a:r>
                      <a:endParaRPr sz="1000">
                        <a:latin typeface="Times New Roman"/>
                        <a:ea typeface="Times New Roman"/>
                        <a:cs typeface="Times New Roman"/>
                        <a:sym typeface="Times New Roman"/>
                      </a:endParaRPr>
                    </a:p>
                  </a:txBody>
                  <a:tcPr marT="63500" marB="63500" marR="63500" marL="63500"/>
                </a:tc>
              </a:tr>
              <a:tr h="295650">
                <a:tc>
                  <a:txBody>
                    <a:bodyPr/>
                    <a:lstStyle/>
                    <a:p>
                      <a:pPr indent="0" lvl="0" marL="0" rtl="0" algn="l">
                        <a:lnSpc>
                          <a:spcPct val="115000"/>
                        </a:lnSpc>
                        <a:spcBef>
                          <a:spcPts val="0"/>
                        </a:spcBef>
                        <a:spcAft>
                          <a:spcPts val="0"/>
                        </a:spcAft>
                        <a:buNone/>
                      </a:pPr>
                      <a:r>
                        <a:rPr lang="en" sz="1100">
                          <a:latin typeface="Times New Roman"/>
                          <a:ea typeface="Times New Roman"/>
                          <a:cs typeface="Times New Roman"/>
                          <a:sym typeface="Times New Roman"/>
                        </a:rPr>
                        <a:t>Voltage Regulator (LM2596)</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Stable system power</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150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3</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4</a:t>
                      </a:r>
                      <a:r>
                        <a:rPr lang="en" sz="1100">
                          <a:latin typeface="Times New Roman"/>
                          <a:ea typeface="Times New Roman"/>
                          <a:cs typeface="Times New Roman"/>
                          <a:sym typeface="Times New Roman"/>
                        </a:rPr>
                        <a:t>50</a:t>
                      </a:r>
                      <a:endParaRPr sz="1000">
                        <a:latin typeface="Times New Roman"/>
                        <a:ea typeface="Times New Roman"/>
                        <a:cs typeface="Times New Roman"/>
                        <a:sym typeface="Times New Roman"/>
                      </a:endParaRPr>
                    </a:p>
                  </a:txBody>
                  <a:tcPr marT="63500" marB="63500" marR="63500" marL="63500"/>
                </a:tc>
              </a:tr>
              <a:tr h="315450">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LED </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Local alert system</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120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3</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36</a:t>
                      </a:r>
                      <a:r>
                        <a:rPr lang="en" sz="1100">
                          <a:latin typeface="Times New Roman"/>
                          <a:ea typeface="Times New Roman"/>
                          <a:cs typeface="Times New Roman"/>
                          <a:sym typeface="Times New Roman"/>
                        </a:rPr>
                        <a:t>0</a:t>
                      </a:r>
                      <a:endParaRPr sz="1000">
                        <a:latin typeface="Times New Roman"/>
                        <a:ea typeface="Times New Roman"/>
                        <a:cs typeface="Times New Roman"/>
                        <a:sym typeface="Times New Roman"/>
                      </a:endParaRPr>
                    </a:p>
                  </a:txBody>
                  <a:tcPr marT="63500" marB="63500" marR="63500" marL="63500"/>
                </a:tc>
              </a:tr>
              <a:tr h="315450">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Enclosure (IP55 Plastic)</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Outdoor protection</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600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12</a:t>
                      </a:r>
                      <a:r>
                        <a:rPr lang="en" sz="1100">
                          <a:latin typeface="Times New Roman"/>
                          <a:ea typeface="Times New Roman"/>
                          <a:cs typeface="Times New Roman"/>
                          <a:sym typeface="Times New Roman"/>
                        </a:rPr>
                        <a:t>00</a:t>
                      </a:r>
                      <a:endParaRPr sz="1000">
                        <a:latin typeface="Times New Roman"/>
                        <a:ea typeface="Times New Roman"/>
                        <a:cs typeface="Times New Roman"/>
                        <a:sym typeface="Times New Roman"/>
                      </a:endParaRPr>
                    </a:p>
                  </a:txBody>
                  <a:tcPr marT="63500" marB="63500" marR="63500" marL="63500"/>
                </a:tc>
              </a:tr>
              <a:tr h="415175">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PCB + Wiring + Connectors</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Assembly materials</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500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3</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a:t>
                      </a:r>
                      <a:r>
                        <a:rPr lang="en" sz="1100">
                          <a:latin typeface="Times New Roman"/>
                          <a:ea typeface="Times New Roman"/>
                          <a:cs typeface="Times New Roman"/>
                          <a:sym typeface="Times New Roman"/>
                        </a:rPr>
                        <a:t>500</a:t>
                      </a:r>
                      <a:endParaRPr sz="1000">
                        <a:latin typeface="Times New Roman"/>
                        <a:ea typeface="Times New Roman"/>
                        <a:cs typeface="Times New Roman"/>
                        <a:sym typeface="Times New Roman"/>
                      </a:endParaRPr>
                    </a:p>
                  </a:txBody>
                  <a:tcPr marT="63500" marB="63500" marR="63500" marL="63500"/>
                </a:tc>
              </a:tr>
              <a:tr h="170075">
                <a:tc gridSpan="4">
                  <a:txBody>
                    <a:bodyPr/>
                    <a:lstStyle/>
                    <a:p>
                      <a:pPr indent="0" lvl="0" marL="0" rtl="0" algn="r">
                        <a:lnSpc>
                          <a:spcPct val="115000"/>
                        </a:lnSpc>
                        <a:spcBef>
                          <a:spcPts val="0"/>
                        </a:spcBef>
                        <a:spcAft>
                          <a:spcPts val="0"/>
                        </a:spcAft>
                        <a:buNone/>
                      </a:pPr>
                      <a:r>
                        <a:rPr b="1" lang="en" sz="1100">
                          <a:latin typeface="Times New Roman"/>
                          <a:ea typeface="Times New Roman"/>
                          <a:cs typeface="Times New Roman"/>
                          <a:sym typeface="Times New Roman"/>
                        </a:rPr>
                        <a:t>Total Price (Approach 1)</a:t>
                      </a:r>
                      <a:endParaRPr b="1" sz="1100">
                        <a:latin typeface="Times New Roman"/>
                        <a:ea typeface="Times New Roman"/>
                        <a:cs typeface="Times New Roman"/>
                        <a:sym typeface="Times New Roman"/>
                      </a:endParaRPr>
                    </a:p>
                  </a:txBody>
                  <a:tcPr marT="63500" marB="63500" marR="63500" marL="63500"/>
                </a:tc>
                <a:tc hMerge="1"/>
                <a:tc hMerge="1"/>
                <a:tc hMerge="1"/>
                <a:tc>
                  <a:txBody>
                    <a:bodyPr/>
                    <a:lstStyle/>
                    <a:p>
                      <a:pPr indent="0" lvl="0" marL="0" rtl="0" algn="just">
                        <a:lnSpc>
                          <a:spcPct val="115000"/>
                        </a:lnSpc>
                        <a:spcBef>
                          <a:spcPts val="0"/>
                        </a:spcBef>
                        <a:spcAft>
                          <a:spcPts val="0"/>
                        </a:spcAft>
                        <a:buNone/>
                      </a:pPr>
                      <a:r>
                        <a:rPr b="1" lang="en" sz="1100">
                          <a:latin typeface="Times New Roman"/>
                          <a:ea typeface="Times New Roman"/>
                          <a:cs typeface="Times New Roman"/>
                          <a:sym typeface="Times New Roman"/>
                        </a:rPr>
                        <a:t>1240</a:t>
                      </a:r>
                      <a:r>
                        <a:rPr b="1" lang="en" sz="1100">
                          <a:latin typeface="Times New Roman"/>
                          <a:ea typeface="Times New Roman"/>
                          <a:cs typeface="Times New Roman"/>
                          <a:sym typeface="Times New Roman"/>
                        </a:rPr>
                        <a:t>0 BDT</a:t>
                      </a:r>
                      <a:endParaRPr b="1" sz="1100">
                        <a:latin typeface="Times New Roman"/>
                        <a:ea typeface="Times New Roman"/>
                        <a:cs typeface="Times New Roman"/>
                        <a:sym typeface="Times New Roman"/>
                      </a:endParaRPr>
                    </a:p>
                  </a:txBody>
                  <a:tcPr marT="63500" marB="63500" marR="63500" marL="63500"/>
                </a:tc>
              </a:tr>
            </a:tbl>
          </a:graphicData>
        </a:graphic>
      </p:graphicFrame>
      <p:sp>
        <p:nvSpPr>
          <p:cNvPr id="611" name="Google Shape;611;p51"/>
          <p:cNvSpPr txBox="1"/>
          <p:nvPr/>
        </p:nvSpPr>
        <p:spPr>
          <a:xfrm>
            <a:off x="1731288" y="4456450"/>
            <a:ext cx="5599800" cy="29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Epilogue"/>
                <a:ea typeface="Epilogue"/>
                <a:cs typeface="Epilogue"/>
                <a:sym typeface="Epilogue"/>
              </a:rPr>
              <a:t>Table 3:  BOM for Design Approach 1</a:t>
            </a:r>
            <a:endParaRPr b="1">
              <a:latin typeface="Epilogue"/>
              <a:ea typeface="Epilogue"/>
              <a:cs typeface="Epilogue"/>
              <a:sym typeface="Epilogu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52"/>
          <p:cNvSpPr txBox="1"/>
          <p:nvPr>
            <p:ph type="title"/>
          </p:nvPr>
        </p:nvSpPr>
        <p:spPr>
          <a:xfrm>
            <a:off x="-1523050" y="0"/>
            <a:ext cx="7717500" cy="61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000000"/>
                </a:solidFill>
              </a:rPr>
              <a:t>BOM for Design Approach 2</a:t>
            </a:r>
            <a:endParaRPr b="0" sz="6000">
              <a:solidFill>
                <a:srgbClr val="000000"/>
              </a:solidFill>
            </a:endParaRPr>
          </a:p>
          <a:p>
            <a:pPr indent="0" lvl="0" marL="0" rtl="0" algn="l">
              <a:spcBef>
                <a:spcPts val="0"/>
              </a:spcBef>
              <a:spcAft>
                <a:spcPts val="0"/>
              </a:spcAft>
              <a:buNone/>
            </a:pPr>
            <a:r>
              <a:t/>
            </a:r>
            <a:endParaRPr/>
          </a:p>
        </p:txBody>
      </p:sp>
      <p:sp>
        <p:nvSpPr>
          <p:cNvPr id="617" name="Google Shape;617;p5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618" name="Google Shape;618;p52"/>
          <p:cNvGraphicFramePr/>
          <p:nvPr/>
        </p:nvGraphicFramePr>
        <p:xfrm>
          <a:off x="852175" y="611400"/>
          <a:ext cx="3000000" cy="3000000"/>
        </p:xfrm>
        <a:graphic>
          <a:graphicData uri="http://schemas.openxmlformats.org/drawingml/2006/table">
            <a:tbl>
              <a:tblPr>
                <a:noFill/>
                <a:tableStyleId>{30AFAE98-ED0B-49CD-A44E-24DC0B78834B}</a:tableStyleId>
              </a:tblPr>
              <a:tblGrid>
                <a:gridCol w="2119525"/>
                <a:gridCol w="1952850"/>
                <a:gridCol w="1196475"/>
                <a:gridCol w="764850"/>
                <a:gridCol w="1336875"/>
              </a:tblGrid>
              <a:tr h="292400">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Component Name</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Purpose</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Unit Price (BDT)</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Quantity</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Total Price (BDT)</a:t>
                      </a:r>
                      <a:endParaRPr sz="1000">
                        <a:latin typeface="Times New Roman"/>
                        <a:ea typeface="Times New Roman"/>
                        <a:cs typeface="Times New Roman"/>
                        <a:sym typeface="Times New Roman"/>
                      </a:endParaRPr>
                    </a:p>
                  </a:txBody>
                  <a:tcPr marT="63500" marB="63500" marR="63500" marL="63500"/>
                </a:tc>
              </a:tr>
              <a:tr h="332275">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High-Accuracy Hall Sensor</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±100A measurement</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3200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6</a:t>
                      </a:r>
                      <a:r>
                        <a:rPr lang="en" sz="1100">
                          <a:latin typeface="Times New Roman"/>
                          <a:ea typeface="Times New Roman"/>
                          <a:cs typeface="Times New Roman"/>
                          <a:sym typeface="Times New Roman"/>
                        </a:rPr>
                        <a:t>400</a:t>
                      </a:r>
                      <a:endParaRPr sz="1000">
                        <a:latin typeface="Times New Roman"/>
                        <a:ea typeface="Times New Roman"/>
                        <a:cs typeface="Times New Roman"/>
                        <a:sym typeface="Times New Roman"/>
                      </a:endParaRPr>
                    </a:p>
                  </a:txBody>
                  <a:tcPr marT="63500" marB="63500" marR="63500" marL="63500"/>
                </a:tc>
              </a:tr>
              <a:tr h="345000">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Raspberry Pi Pico W</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On-board analytics &amp; control</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1500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3</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4</a:t>
                      </a:r>
                      <a:r>
                        <a:rPr lang="en" sz="1100">
                          <a:latin typeface="Times New Roman"/>
                          <a:ea typeface="Times New Roman"/>
                          <a:cs typeface="Times New Roman"/>
                          <a:sym typeface="Times New Roman"/>
                        </a:rPr>
                        <a:t>500</a:t>
                      </a:r>
                      <a:endParaRPr sz="1000">
                        <a:latin typeface="Times New Roman"/>
                        <a:ea typeface="Times New Roman"/>
                        <a:cs typeface="Times New Roman"/>
                        <a:sym typeface="Times New Roman"/>
                      </a:endParaRPr>
                    </a:p>
                  </a:txBody>
                  <a:tcPr marT="63500" marB="63500" marR="63500" marL="63500"/>
                </a:tc>
              </a:tr>
              <a:tr h="363050">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LoRaWAN Module (RFM95W)</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Long-range communication</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1900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3</a:t>
                      </a:r>
                      <a:r>
                        <a:rPr lang="en" sz="1100">
                          <a:latin typeface="Times New Roman"/>
                          <a:ea typeface="Times New Roman"/>
                          <a:cs typeface="Times New Roman"/>
                          <a:sym typeface="Times New Roman"/>
                        </a:rPr>
                        <a:t>800</a:t>
                      </a:r>
                      <a:endParaRPr sz="1000">
                        <a:latin typeface="Times New Roman"/>
                        <a:ea typeface="Times New Roman"/>
                        <a:cs typeface="Times New Roman"/>
                        <a:sym typeface="Times New Roman"/>
                      </a:endParaRPr>
                    </a:p>
                  </a:txBody>
                  <a:tcPr marT="63500" marB="63500" marR="63500" marL="63500"/>
                </a:tc>
              </a:tr>
              <a:tr h="381125">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Li-ion Battery (3.7V, 4000mAh)</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Reliable power</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1300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2</a:t>
                      </a:r>
                      <a:r>
                        <a:rPr lang="en" sz="1100">
                          <a:latin typeface="Times New Roman"/>
                          <a:ea typeface="Times New Roman"/>
                          <a:cs typeface="Times New Roman"/>
                          <a:sym typeface="Times New Roman"/>
                        </a:rPr>
                        <a:t>600</a:t>
                      </a:r>
                      <a:endParaRPr sz="1000">
                        <a:latin typeface="Times New Roman"/>
                        <a:ea typeface="Times New Roman"/>
                        <a:cs typeface="Times New Roman"/>
                        <a:sym typeface="Times New Roman"/>
                      </a:endParaRPr>
                    </a:p>
                  </a:txBody>
                  <a:tcPr marT="63500" marB="63500" marR="63500" marL="63500"/>
                </a:tc>
              </a:tr>
              <a:tr h="332275">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Solar Panel (5W)</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Optional charging</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1400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1</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1400</a:t>
                      </a:r>
                      <a:endParaRPr sz="1000">
                        <a:latin typeface="Times New Roman"/>
                        <a:ea typeface="Times New Roman"/>
                        <a:cs typeface="Times New Roman"/>
                        <a:sym typeface="Times New Roman"/>
                      </a:endParaRPr>
                    </a:p>
                  </a:txBody>
                  <a:tcPr marT="63500" marB="63500" marR="63500" marL="63500"/>
                </a:tc>
              </a:tr>
              <a:tr h="332275">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MPPT Charge Controller</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Solar/battery management</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1150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230</a:t>
                      </a:r>
                      <a:r>
                        <a:rPr lang="en" sz="1100">
                          <a:latin typeface="Times New Roman"/>
                          <a:ea typeface="Times New Roman"/>
                          <a:cs typeface="Times New Roman"/>
                          <a:sym typeface="Times New Roman"/>
                        </a:rPr>
                        <a:t>0</a:t>
                      </a:r>
                      <a:endParaRPr sz="1000">
                        <a:latin typeface="Times New Roman"/>
                        <a:ea typeface="Times New Roman"/>
                        <a:cs typeface="Times New Roman"/>
                        <a:sym typeface="Times New Roman"/>
                      </a:endParaRPr>
                    </a:p>
                  </a:txBody>
                  <a:tcPr marT="63500" marB="63500" marR="63500" marL="63500"/>
                </a:tc>
              </a:tr>
              <a:tr h="363075">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Weatherproof Enclosure (IP65)</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Outdoor durability</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1000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2</a:t>
                      </a:r>
                      <a:r>
                        <a:rPr lang="en" sz="1100">
                          <a:latin typeface="Times New Roman"/>
                          <a:ea typeface="Times New Roman"/>
                          <a:cs typeface="Times New Roman"/>
                          <a:sym typeface="Times New Roman"/>
                        </a:rPr>
                        <a:t>000</a:t>
                      </a:r>
                      <a:endParaRPr sz="1000">
                        <a:latin typeface="Times New Roman"/>
                        <a:ea typeface="Times New Roman"/>
                        <a:cs typeface="Times New Roman"/>
                        <a:sym typeface="Times New Roman"/>
                      </a:endParaRPr>
                    </a:p>
                  </a:txBody>
                  <a:tcPr marT="63500" marB="63500" marR="63500" marL="63500"/>
                </a:tc>
              </a:tr>
              <a:tr h="332275">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SD Card 16GB</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Local data logging</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900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18</a:t>
                      </a:r>
                      <a:r>
                        <a:rPr lang="en" sz="1100">
                          <a:latin typeface="Times New Roman"/>
                          <a:ea typeface="Times New Roman"/>
                          <a:cs typeface="Times New Roman"/>
                          <a:sym typeface="Times New Roman"/>
                        </a:rPr>
                        <a:t>00</a:t>
                      </a:r>
                      <a:endParaRPr sz="1000">
                        <a:latin typeface="Times New Roman"/>
                        <a:ea typeface="Times New Roman"/>
                        <a:cs typeface="Times New Roman"/>
                        <a:sym typeface="Times New Roman"/>
                      </a:endParaRPr>
                    </a:p>
                  </a:txBody>
                  <a:tcPr marT="63500" marB="63500" marR="63500" marL="63500"/>
                </a:tc>
              </a:tr>
              <a:tr h="332275">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PCB, Connectors, Fasteners</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Assembly materials</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1900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3</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57</a:t>
                      </a:r>
                      <a:r>
                        <a:rPr lang="en" sz="1100">
                          <a:latin typeface="Times New Roman"/>
                          <a:ea typeface="Times New Roman"/>
                          <a:cs typeface="Times New Roman"/>
                          <a:sym typeface="Times New Roman"/>
                        </a:rPr>
                        <a:t>00</a:t>
                      </a:r>
                      <a:endParaRPr sz="1000">
                        <a:latin typeface="Times New Roman"/>
                        <a:ea typeface="Times New Roman"/>
                        <a:cs typeface="Times New Roman"/>
                        <a:sym typeface="Times New Roman"/>
                      </a:endParaRPr>
                    </a:p>
                  </a:txBody>
                  <a:tcPr marT="63500" marB="63500" marR="63500" marL="63500"/>
                </a:tc>
              </a:tr>
              <a:tr h="307250">
                <a:tc>
                  <a:txBody>
                    <a:bodyPr/>
                    <a:lstStyle/>
                    <a:p>
                      <a:pPr indent="0" lvl="0" marL="0" rtl="0" algn="l">
                        <a:lnSpc>
                          <a:spcPct val="115000"/>
                        </a:lnSpc>
                        <a:spcBef>
                          <a:spcPts val="0"/>
                        </a:spcBef>
                        <a:spcAft>
                          <a:spcPts val="0"/>
                        </a:spcAft>
                        <a:buNone/>
                      </a:pPr>
                      <a:r>
                        <a:rPr lang="en" sz="1100">
                          <a:latin typeface="Times New Roman"/>
                          <a:ea typeface="Times New Roman"/>
                          <a:cs typeface="Times New Roman"/>
                          <a:sym typeface="Times New Roman"/>
                        </a:rPr>
                        <a:t>LoRa </a:t>
                      </a:r>
                      <a:r>
                        <a:rPr lang="en" sz="1100">
                          <a:latin typeface="Times New Roman"/>
                          <a:ea typeface="Times New Roman"/>
                          <a:cs typeface="Times New Roman"/>
                          <a:sym typeface="Times New Roman"/>
                        </a:rPr>
                        <a:t>A</a:t>
                      </a:r>
                      <a:r>
                        <a:rPr lang="en" sz="1100">
                          <a:latin typeface="Times New Roman"/>
                          <a:ea typeface="Times New Roman"/>
                          <a:cs typeface="Times New Roman"/>
                          <a:sym typeface="Times New Roman"/>
                        </a:rPr>
                        <a:t>ntenna Mounting Kit</a:t>
                      </a:r>
                      <a:endParaRPr sz="11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Better range &amp; installation</a:t>
                      </a:r>
                      <a:endParaRPr sz="11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500</a:t>
                      </a:r>
                      <a:endParaRPr sz="11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10</a:t>
                      </a:r>
                      <a:r>
                        <a:rPr lang="en" sz="1100">
                          <a:latin typeface="Times New Roman"/>
                          <a:ea typeface="Times New Roman"/>
                          <a:cs typeface="Times New Roman"/>
                          <a:sym typeface="Times New Roman"/>
                        </a:rPr>
                        <a:t>00</a:t>
                      </a:r>
                      <a:endParaRPr sz="1100">
                        <a:latin typeface="Times New Roman"/>
                        <a:ea typeface="Times New Roman"/>
                        <a:cs typeface="Times New Roman"/>
                        <a:sym typeface="Times New Roman"/>
                      </a:endParaRPr>
                    </a:p>
                  </a:txBody>
                  <a:tcPr marT="63500" marB="63500" marR="63500" marL="63500"/>
                </a:tc>
              </a:tr>
              <a:tr h="332275">
                <a:tc gridSpan="4">
                  <a:txBody>
                    <a:bodyPr/>
                    <a:lstStyle/>
                    <a:p>
                      <a:pPr indent="0" lvl="0" marL="0" rtl="0" algn="r">
                        <a:lnSpc>
                          <a:spcPct val="115000"/>
                        </a:lnSpc>
                        <a:spcBef>
                          <a:spcPts val="0"/>
                        </a:spcBef>
                        <a:spcAft>
                          <a:spcPts val="0"/>
                        </a:spcAft>
                        <a:buNone/>
                      </a:pPr>
                      <a:r>
                        <a:rPr b="1" lang="en" sz="1100">
                          <a:latin typeface="Times New Roman"/>
                          <a:ea typeface="Times New Roman"/>
                          <a:cs typeface="Times New Roman"/>
                          <a:sym typeface="Times New Roman"/>
                        </a:rPr>
                        <a:t>Total Price (Approach 2)</a:t>
                      </a:r>
                      <a:endParaRPr sz="1100">
                        <a:latin typeface="Times New Roman"/>
                        <a:ea typeface="Times New Roman"/>
                        <a:cs typeface="Times New Roman"/>
                        <a:sym typeface="Times New Roman"/>
                      </a:endParaRPr>
                    </a:p>
                  </a:txBody>
                  <a:tcPr marT="63500" marB="63500" marR="63500" marL="63500"/>
                </a:tc>
                <a:tc hMerge="1"/>
                <a:tc hMerge="1"/>
                <a:tc hMerge="1"/>
                <a:tc>
                  <a:txBody>
                    <a:bodyPr/>
                    <a:lstStyle/>
                    <a:p>
                      <a:pPr indent="0" lvl="0" marL="0" rtl="0" algn="just">
                        <a:lnSpc>
                          <a:spcPct val="115000"/>
                        </a:lnSpc>
                        <a:spcBef>
                          <a:spcPts val="0"/>
                        </a:spcBef>
                        <a:spcAft>
                          <a:spcPts val="0"/>
                        </a:spcAft>
                        <a:buNone/>
                      </a:pPr>
                      <a:r>
                        <a:rPr b="1" lang="en" sz="1100">
                          <a:latin typeface="Times New Roman"/>
                          <a:ea typeface="Times New Roman"/>
                          <a:cs typeface="Times New Roman"/>
                          <a:sym typeface="Times New Roman"/>
                        </a:rPr>
                        <a:t>31</a:t>
                      </a:r>
                      <a:r>
                        <a:rPr b="1" lang="en" sz="1100">
                          <a:latin typeface="Times New Roman"/>
                          <a:ea typeface="Times New Roman"/>
                          <a:cs typeface="Times New Roman"/>
                          <a:sym typeface="Times New Roman"/>
                        </a:rPr>
                        <a:t>500 BDT</a:t>
                      </a:r>
                      <a:endParaRPr b="1" sz="1100">
                        <a:latin typeface="Times New Roman"/>
                        <a:ea typeface="Times New Roman"/>
                        <a:cs typeface="Times New Roman"/>
                        <a:sym typeface="Times New Roman"/>
                      </a:endParaRPr>
                    </a:p>
                  </a:txBody>
                  <a:tcPr marT="63500" marB="63500" marR="63500" marL="63500"/>
                </a:tc>
              </a:tr>
            </a:tbl>
          </a:graphicData>
        </a:graphic>
      </p:graphicFrame>
      <p:sp>
        <p:nvSpPr>
          <p:cNvPr id="619" name="Google Shape;619;p52"/>
          <p:cNvSpPr txBox="1"/>
          <p:nvPr/>
        </p:nvSpPr>
        <p:spPr>
          <a:xfrm>
            <a:off x="1737563" y="4667200"/>
            <a:ext cx="5599800" cy="29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Epilogue"/>
                <a:ea typeface="Epilogue"/>
                <a:cs typeface="Epilogue"/>
                <a:sym typeface="Epilogue"/>
              </a:rPr>
              <a:t>Table 4:  BOM for Design Approach 2</a:t>
            </a:r>
            <a:endParaRPr b="1">
              <a:latin typeface="Epilogue"/>
              <a:ea typeface="Epilogue"/>
              <a:cs typeface="Epilogue"/>
              <a:sym typeface="Epilogu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53"/>
          <p:cNvSpPr txBox="1"/>
          <p:nvPr>
            <p:ph type="title"/>
          </p:nvPr>
        </p:nvSpPr>
        <p:spPr>
          <a:xfrm>
            <a:off x="-1200137" y="-119075"/>
            <a:ext cx="7124700" cy="693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sz="2400">
                <a:solidFill>
                  <a:srgbClr val="000000"/>
                </a:solidFill>
              </a:rPr>
              <a:t>BOM for Design Approach 3</a:t>
            </a:r>
            <a:endParaRPr>
              <a:solidFill>
                <a:srgbClr val="000000"/>
              </a:solidFill>
            </a:endParaRPr>
          </a:p>
        </p:txBody>
      </p:sp>
      <p:sp>
        <p:nvSpPr>
          <p:cNvPr id="625" name="Google Shape;625;p5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626" name="Google Shape;626;p53"/>
          <p:cNvGraphicFramePr/>
          <p:nvPr/>
        </p:nvGraphicFramePr>
        <p:xfrm>
          <a:off x="845500" y="574825"/>
          <a:ext cx="3000000" cy="3000000"/>
        </p:xfrm>
        <a:graphic>
          <a:graphicData uri="http://schemas.openxmlformats.org/drawingml/2006/table">
            <a:tbl>
              <a:tblPr>
                <a:noFill/>
                <a:tableStyleId>{30AFAE98-ED0B-49CD-A44E-24DC0B78834B}</a:tableStyleId>
              </a:tblPr>
              <a:tblGrid>
                <a:gridCol w="1902550"/>
                <a:gridCol w="1823950"/>
                <a:gridCol w="1273800"/>
                <a:gridCol w="1087025"/>
                <a:gridCol w="1313875"/>
              </a:tblGrid>
              <a:tr h="266800">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Component Name</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Purpose</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Unit Price (BDT)</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Quantity</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Total Price (BDT)</a:t>
                      </a:r>
                      <a:endParaRPr sz="1000">
                        <a:latin typeface="Times New Roman"/>
                        <a:ea typeface="Times New Roman"/>
                        <a:cs typeface="Times New Roman"/>
                        <a:sym typeface="Times New Roman"/>
                      </a:endParaRPr>
                    </a:p>
                  </a:txBody>
                  <a:tcPr marT="63500" marB="63500" marR="63500" marL="63500"/>
                </a:tc>
              </a:tr>
              <a:tr h="295225">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Current Transformer</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High-accuracy LV sensing</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3000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6</a:t>
                      </a:r>
                      <a:r>
                        <a:rPr lang="en" sz="1100">
                          <a:latin typeface="Times New Roman"/>
                          <a:ea typeface="Times New Roman"/>
                          <a:cs typeface="Times New Roman"/>
                          <a:sym typeface="Times New Roman"/>
                        </a:rPr>
                        <a:t>000</a:t>
                      </a:r>
                      <a:endParaRPr sz="1000">
                        <a:latin typeface="Times New Roman"/>
                        <a:ea typeface="Times New Roman"/>
                        <a:cs typeface="Times New Roman"/>
                        <a:sym typeface="Times New Roman"/>
                      </a:endParaRPr>
                    </a:p>
                  </a:txBody>
                  <a:tcPr marT="63500" marB="63500" marR="63500" marL="63500"/>
                </a:tc>
              </a:tr>
              <a:tr h="329750">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Xilinx FPGA Board (Zynq)</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High-speed computation</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45000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1</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45000</a:t>
                      </a:r>
                      <a:endParaRPr sz="1000">
                        <a:latin typeface="Times New Roman"/>
                        <a:ea typeface="Times New Roman"/>
                        <a:cs typeface="Times New Roman"/>
                        <a:sym typeface="Times New Roman"/>
                      </a:endParaRPr>
                    </a:p>
                  </a:txBody>
                  <a:tcPr marT="63500" marB="63500" marR="63500" marL="63500"/>
                </a:tc>
              </a:tr>
              <a:tr h="485100">
                <a:tc>
                  <a:txBody>
                    <a:bodyPr/>
                    <a:lstStyle/>
                    <a:p>
                      <a:pPr indent="0" lvl="0" marL="0" rtl="0" algn="l">
                        <a:lnSpc>
                          <a:spcPct val="115000"/>
                        </a:lnSpc>
                        <a:spcBef>
                          <a:spcPts val="0"/>
                        </a:spcBef>
                        <a:spcAft>
                          <a:spcPts val="0"/>
                        </a:spcAft>
                        <a:buNone/>
                      </a:pPr>
                      <a:r>
                        <a:rPr lang="en" sz="1100">
                          <a:latin typeface="Times New Roman"/>
                          <a:ea typeface="Times New Roman"/>
                          <a:cs typeface="Times New Roman"/>
                          <a:sym typeface="Times New Roman"/>
                        </a:rPr>
                        <a:t>Satellite</a:t>
                      </a:r>
                      <a:r>
                        <a:rPr lang="en" sz="1100">
                          <a:latin typeface="Times New Roman"/>
                          <a:ea typeface="Times New Roman"/>
                          <a:cs typeface="Times New Roman"/>
                          <a:sym typeface="Times New Roman"/>
                        </a:rPr>
                        <a:t>/LTE</a:t>
                      </a:r>
                      <a:r>
                        <a:rPr lang="en" sz="1100">
                          <a:latin typeface="Times New Roman"/>
                          <a:ea typeface="Times New Roman"/>
                          <a:cs typeface="Times New Roman"/>
                          <a:sym typeface="Times New Roman"/>
                        </a:rPr>
                        <a:t> Industrial Modem</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lnSpc>
                          <a:spcPct val="115000"/>
                        </a:lnSpc>
                        <a:spcBef>
                          <a:spcPts val="0"/>
                        </a:spcBef>
                        <a:spcAft>
                          <a:spcPts val="0"/>
                        </a:spcAft>
                        <a:buNone/>
                      </a:pPr>
                      <a:r>
                        <a:rPr lang="en" sz="1100">
                          <a:latin typeface="Times New Roman"/>
                          <a:ea typeface="Times New Roman"/>
                          <a:cs typeface="Times New Roman"/>
                          <a:sym typeface="Times New Roman"/>
                        </a:rPr>
                        <a:t>Reliable remote communication</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22000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1</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22000</a:t>
                      </a:r>
                      <a:endParaRPr sz="1000">
                        <a:latin typeface="Times New Roman"/>
                        <a:ea typeface="Times New Roman"/>
                        <a:cs typeface="Times New Roman"/>
                        <a:sym typeface="Times New Roman"/>
                      </a:endParaRPr>
                    </a:p>
                  </a:txBody>
                  <a:tcPr marT="63500" marB="63500" marR="63500" marL="63500"/>
                </a:tc>
              </a:tr>
              <a:tr h="329750">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LiFePO₄ Battery (12V, 10Ah)</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Long backup</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4500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90</a:t>
                      </a:r>
                      <a:r>
                        <a:rPr lang="en" sz="1100">
                          <a:latin typeface="Times New Roman"/>
                          <a:ea typeface="Times New Roman"/>
                          <a:cs typeface="Times New Roman"/>
                          <a:sym typeface="Times New Roman"/>
                        </a:rPr>
                        <a:t>00</a:t>
                      </a:r>
                      <a:endParaRPr sz="1000">
                        <a:latin typeface="Times New Roman"/>
                        <a:ea typeface="Times New Roman"/>
                        <a:cs typeface="Times New Roman"/>
                        <a:sym typeface="Times New Roman"/>
                      </a:endParaRPr>
                    </a:p>
                  </a:txBody>
                  <a:tcPr marT="63500" marB="63500" marR="63500" marL="63500"/>
                </a:tc>
              </a:tr>
              <a:tr h="303200">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Solar Panel (20W)</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Sustained power supply</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2500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5000</a:t>
                      </a:r>
                      <a:endParaRPr sz="1000">
                        <a:latin typeface="Times New Roman"/>
                        <a:ea typeface="Times New Roman"/>
                        <a:cs typeface="Times New Roman"/>
                        <a:sym typeface="Times New Roman"/>
                      </a:endParaRPr>
                    </a:p>
                  </a:txBody>
                  <a:tcPr marT="63500" marB="63500" marR="63500" marL="63500"/>
                </a:tc>
              </a:tr>
              <a:tr h="347025">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Solar Charge Controller</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Battery protection</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650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130</a:t>
                      </a:r>
                      <a:r>
                        <a:rPr lang="en" sz="1100">
                          <a:latin typeface="Times New Roman"/>
                          <a:ea typeface="Times New Roman"/>
                          <a:cs typeface="Times New Roman"/>
                          <a:sym typeface="Times New Roman"/>
                        </a:rPr>
                        <a:t>0</a:t>
                      </a:r>
                      <a:endParaRPr sz="1000">
                        <a:latin typeface="Times New Roman"/>
                        <a:ea typeface="Times New Roman"/>
                        <a:cs typeface="Times New Roman"/>
                        <a:sym typeface="Times New Roman"/>
                      </a:endParaRPr>
                    </a:p>
                  </a:txBody>
                  <a:tcPr marT="63500" marB="63500" marR="63500" marL="63500"/>
                </a:tc>
              </a:tr>
              <a:tr h="438975">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Industrial IP67 Enclosure</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Harsh environment durability</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3500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1</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3500</a:t>
                      </a:r>
                      <a:endParaRPr sz="1000">
                        <a:latin typeface="Times New Roman"/>
                        <a:ea typeface="Times New Roman"/>
                        <a:cs typeface="Times New Roman"/>
                        <a:sym typeface="Times New Roman"/>
                      </a:endParaRPr>
                    </a:p>
                  </a:txBody>
                  <a:tcPr marT="63500" marB="63500" marR="63500" marL="63500"/>
                </a:tc>
              </a:tr>
              <a:tr h="364275">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Heat Sink + Surge Protection</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Thermal &amp; surge safety</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1200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2</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2400</a:t>
                      </a:r>
                      <a:endParaRPr sz="1000">
                        <a:latin typeface="Times New Roman"/>
                        <a:ea typeface="Times New Roman"/>
                        <a:cs typeface="Times New Roman"/>
                        <a:sym typeface="Times New Roman"/>
                      </a:endParaRPr>
                    </a:p>
                  </a:txBody>
                  <a:tcPr marT="63500" marB="63500" marR="63500" marL="63500"/>
                </a:tc>
              </a:tr>
              <a:tr h="359600">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PCB, Connectors, Mounts</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Assembly accessories</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1500</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l">
                        <a:spcBef>
                          <a:spcPts val="0"/>
                        </a:spcBef>
                        <a:spcAft>
                          <a:spcPts val="0"/>
                        </a:spcAft>
                        <a:buNone/>
                      </a:pPr>
                      <a:r>
                        <a:rPr lang="en" sz="1000">
                          <a:latin typeface="Times New Roman"/>
                          <a:ea typeface="Times New Roman"/>
                          <a:cs typeface="Times New Roman"/>
                          <a:sym typeface="Times New Roman"/>
                        </a:rPr>
                        <a:t>3</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just">
                        <a:lnSpc>
                          <a:spcPct val="115000"/>
                        </a:lnSpc>
                        <a:spcBef>
                          <a:spcPts val="0"/>
                        </a:spcBef>
                        <a:spcAft>
                          <a:spcPts val="0"/>
                        </a:spcAft>
                        <a:buNone/>
                      </a:pPr>
                      <a:r>
                        <a:rPr lang="en" sz="1100">
                          <a:latin typeface="Times New Roman"/>
                          <a:ea typeface="Times New Roman"/>
                          <a:cs typeface="Times New Roman"/>
                          <a:sym typeface="Times New Roman"/>
                        </a:rPr>
                        <a:t>4</a:t>
                      </a:r>
                      <a:r>
                        <a:rPr lang="en" sz="1100">
                          <a:latin typeface="Times New Roman"/>
                          <a:ea typeface="Times New Roman"/>
                          <a:cs typeface="Times New Roman"/>
                          <a:sym typeface="Times New Roman"/>
                        </a:rPr>
                        <a:t>500</a:t>
                      </a:r>
                      <a:endParaRPr sz="1000">
                        <a:latin typeface="Times New Roman"/>
                        <a:ea typeface="Times New Roman"/>
                        <a:cs typeface="Times New Roman"/>
                        <a:sym typeface="Times New Roman"/>
                      </a:endParaRPr>
                    </a:p>
                  </a:txBody>
                  <a:tcPr marT="63500" marB="63500" marR="63500" marL="63500"/>
                </a:tc>
              </a:tr>
              <a:tr h="303200">
                <a:tc gridSpan="4">
                  <a:txBody>
                    <a:bodyPr/>
                    <a:lstStyle/>
                    <a:p>
                      <a:pPr indent="0" lvl="0" marL="0" rtl="0" algn="r">
                        <a:lnSpc>
                          <a:spcPct val="115000"/>
                        </a:lnSpc>
                        <a:spcBef>
                          <a:spcPts val="0"/>
                        </a:spcBef>
                        <a:spcAft>
                          <a:spcPts val="0"/>
                        </a:spcAft>
                        <a:buNone/>
                      </a:pPr>
                      <a:r>
                        <a:rPr b="1" lang="en" sz="1100">
                          <a:latin typeface="Times New Roman"/>
                          <a:ea typeface="Times New Roman"/>
                          <a:cs typeface="Times New Roman"/>
                          <a:sym typeface="Times New Roman"/>
                        </a:rPr>
                        <a:t>Total Price (Approach 2)</a:t>
                      </a:r>
                      <a:endParaRPr sz="1100">
                        <a:latin typeface="Times New Roman"/>
                        <a:ea typeface="Times New Roman"/>
                        <a:cs typeface="Times New Roman"/>
                        <a:sym typeface="Times New Roman"/>
                      </a:endParaRPr>
                    </a:p>
                  </a:txBody>
                  <a:tcPr marT="63500" marB="63500" marR="63500" marL="63500"/>
                </a:tc>
                <a:tc hMerge="1"/>
                <a:tc hMerge="1"/>
                <a:tc hMerge="1"/>
                <a:tc>
                  <a:txBody>
                    <a:bodyPr/>
                    <a:lstStyle/>
                    <a:p>
                      <a:pPr indent="0" lvl="0" marL="0" rtl="0" algn="just">
                        <a:lnSpc>
                          <a:spcPct val="115000"/>
                        </a:lnSpc>
                        <a:spcBef>
                          <a:spcPts val="0"/>
                        </a:spcBef>
                        <a:spcAft>
                          <a:spcPts val="0"/>
                        </a:spcAft>
                        <a:buNone/>
                      </a:pPr>
                      <a:r>
                        <a:rPr b="1" lang="en" sz="1100">
                          <a:latin typeface="Times New Roman"/>
                          <a:ea typeface="Times New Roman"/>
                          <a:cs typeface="Times New Roman"/>
                          <a:sym typeface="Times New Roman"/>
                        </a:rPr>
                        <a:t>9870</a:t>
                      </a:r>
                      <a:r>
                        <a:rPr b="1" lang="en" sz="1100">
                          <a:latin typeface="Times New Roman"/>
                          <a:ea typeface="Times New Roman"/>
                          <a:cs typeface="Times New Roman"/>
                          <a:sym typeface="Times New Roman"/>
                        </a:rPr>
                        <a:t>0 BDT</a:t>
                      </a:r>
                      <a:endParaRPr b="1" sz="1100">
                        <a:latin typeface="Times New Roman"/>
                        <a:ea typeface="Times New Roman"/>
                        <a:cs typeface="Times New Roman"/>
                        <a:sym typeface="Times New Roman"/>
                      </a:endParaRPr>
                    </a:p>
                  </a:txBody>
                  <a:tcPr marT="63500" marB="63500" marR="63500" marL="63500"/>
                </a:tc>
              </a:tr>
            </a:tbl>
          </a:graphicData>
        </a:graphic>
      </p:graphicFrame>
      <p:sp>
        <p:nvSpPr>
          <p:cNvPr id="627" name="Google Shape;627;p53"/>
          <p:cNvSpPr txBox="1"/>
          <p:nvPr/>
        </p:nvSpPr>
        <p:spPr>
          <a:xfrm>
            <a:off x="1731288" y="4456450"/>
            <a:ext cx="5599800" cy="29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Epilogue"/>
                <a:ea typeface="Epilogue"/>
                <a:cs typeface="Epilogue"/>
                <a:sym typeface="Epilogue"/>
              </a:rPr>
              <a:t>Table 5:  BOM for Design Approach 3</a:t>
            </a:r>
            <a:endParaRPr b="1">
              <a:latin typeface="Epilogue"/>
              <a:ea typeface="Epilogue"/>
              <a:cs typeface="Epilogue"/>
              <a:sym typeface="Epilog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54"/>
          <p:cNvSpPr txBox="1"/>
          <p:nvPr>
            <p:ph type="title"/>
          </p:nvPr>
        </p:nvSpPr>
        <p:spPr>
          <a:xfrm>
            <a:off x="683400" y="143875"/>
            <a:ext cx="7421100" cy="70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000000"/>
                </a:solidFill>
                <a:highlight>
                  <a:srgbClr val="F5F3EF"/>
                </a:highlight>
              </a:rPr>
              <a:t>FAULT TREE ANALYSIS</a:t>
            </a:r>
            <a:r>
              <a:rPr b="0" lang="en" sz="2500">
                <a:solidFill>
                  <a:srgbClr val="000000"/>
                </a:solidFill>
                <a:highlight>
                  <a:srgbClr val="282A2C"/>
                </a:highlight>
                <a:latin typeface="Arial"/>
                <a:ea typeface="Arial"/>
                <a:cs typeface="Arial"/>
                <a:sym typeface="Arial"/>
              </a:rPr>
              <a:t> </a:t>
            </a:r>
            <a:endParaRPr sz="4100">
              <a:solidFill>
                <a:srgbClr val="000000"/>
              </a:solidFill>
            </a:endParaRPr>
          </a:p>
        </p:txBody>
      </p:sp>
      <p:sp>
        <p:nvSpPr>
          <p:cNvPr id="633" name="Google Shape;633;p5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34" name="Google Shape;634;p54" title="WhatsApp Image 2026-01-02 at 1.48.18 AM.jpeg"/>
          <p:cNvPicPr preferRelativeResize="0"/>
          <p:nvPr/>
        </p:nvPicPr>
        <p:blipFill>
          <a:blip r:embed="rId3">
            <a:alphaModFix/>
          </a:blip>
          <a:stretch>
            <a:fillRect/>
          </a:stretch>
        </p:blipFill>
        <p:spPr>
          <a:xfrm>
            <a:off x="2408325" y="666800"/>
            <a:ext cx="4721229" cy="3993425"/>
          </a:xfrm>
          <a:prstGeom prst="rect">
            <a:avLst/>
          </a:prstGeom>
          <a:noFill/>
          <a:ln>
            <a:noFill/>
          </a:ln>
        </p:spPr>
      </p:pic>
      <p:sp>
        <p:nvSpPr>
          <p:cNvPr id="635" name="Google Shape;635;p54"/>
          <p:cNvSpPr txBox="1"/>
          <p:nvPr/>
        </p:nvSpPr>
        <p:spPr>
          <a:xfrm>
            <a:off x="3072000" y="4746550"/>
            <a:ext cx="300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Epilogue"/>
                <a:ea typeface="Epilogue"/>
                <a:cs typeface="Epilogue"/>
                <a:sym typeface="Epilogue"/>
              </a:rPr>
              <a:t>Figure 5: </a:t>
            </a:r>
            <a:r>
              <a:rPr b="1" lang="en">
                <a:latin typeface="Open Sans"/>
                <a:ea typeface="Open Sans"/>
                <a:cs typeface="Open Sans"/>
                <a:sym typeface="Open Sans"/>
              </a:rPr>
              <a:t>Fault Tree Analysis</a:t>
            </a:r>
            <a:endParaRPr b="1" sz="1600">
              <a:latin typeface="Open Sans"/>
              <a:ea typeface="Open Sans"/>
              <a:cs typeface="Open Sans"/>
              <a:sym typeface="Open Sans"/>
            </a:endParaRPr>
          </a:p>
          <a:p>
            <a:pPr indent="0" lvl="0" marL="0" rtl="0" algn="ctr">
              <a:spcBef>
                <a:spcPts val="0"/>
              </a:spcBef>
              <a:spcAft>
                <a:spcPts val="0"/>
              </a:spcAft>
              <a:buNone/>
            </a:pPr>
            <a:r>
              <a:t/>
            </a:r>
            <a:endParaRPr b="1">
              <a:solidFill>
                <a:schemeClr val="dk1"/>
              </a:solidFill>
              <a:latin typeface="Epilogue"/>
              <a:ea typeface="Epilogue"/>
              <a:cs typeface="Epilogue"/>
              <a:sym typeface="Epilogu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55"/>
          <p:cNvSpPr txBox="1"/>
          <p:nvPr/>
        </p:nvSpPr>
        <p:spPr>
          <a:xfrm>
            <a:off x="156300" y="104675"/>
            <a:ext cx="2463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Epilogue"/>
                <a:ea typeface="Epilogue"/>
                <a:cs typeface="Epilogue"/>
                <a:sym typeface="Epilogue"/>
              </a:rPr>
              <a:t>RISK ANALYSIS</a:t>
            </a:r>
            <a:endParaRPr b="1" sz="2400">
              <a:latin typeface="Epilogue"/>
              <a:ea typeface="Epilogue"/>
              <a:cs typeface="Epilogue"/>
              <a:sym typeface="Epilogue"/>
            </a:endParaRPr>
          </a:p>
        </p:txBody>
      </p:sp>
      <p:pic>
        <p:nvPicPr>
          <p:cNvPr id="641" name="Google Shape;641;p55" title="Gemini_Generated_Image_noqos3noqos3noqo.png"/>
          <p:cNvPicPr preferRelativeResize="0"/>
          <p:nvPr/>
        </p:nvPicPr>
        <p:blipFill>
          <a:blip r:embed="rId3">
            <a:alphaModFix/>
          </a:blip>
          <a:stretch>
            <a:fillRect/>
          </a:stretch>
        </p:blipFill>
        <p:spPr>
          <a:xfrm>
            <a:off x="2234162" y="1032600"/>
            <a:ext cx="6499824" cy="3545349"/>
          </a:xfrm>
          <a:prstGeom prst="rect">
            <a:avLst/>
          </a:prstGeom>
          <a:noFill/>
          <a:ln>
            <a:noFill/>
          </a:ln>
        </p:spPr>
      </p:pic>
      <p:sp>
        <p:nvSpPr>
          <p:cNvPr id="642" name="Google Shape;642;p55"/>
          <p:cNvSpPr txBox="1"/>
          <p:nvPr/>
        </p:nvSpPr>
        <p:spPr>
          <a:xfrm>
            <a:off x="0" y="511350"/>
            <a:ext cx="2234100" cy="452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400"/>
              </a:spcBef>
              <a:spcAft>
                <a:spcPts val="0"/>
              </a:spcAft>
              <a:buNone/>
            </a:pPr>
            <a:r>
              <a:rPr b="1" lang="en" sz="1000">
                <a:latin typeface="Alexandria"/>
                <a:ea typeface="Alexandria"/>
                <a:cs typeface="Alexandria"/>
                <a:sym typeface="Alexandria"/>
              </a:rPr>
              <a:t>Risk ID Legend</a:t>
            </a:r>
            <a:endParaRPr b="1" sz="1000">
              <a:latin typeface="Alexandria"/>
              <a:ea typeface="Alexandria"/>
              <a:cs typeface="Alexandria"/>
              <a:sym typeface="Alexandria"/>
            </a:endParaRPr>
          </a:p>
          <a:p>
            <a:pPr indent="0" lvl="0" marL="0" rtl="0" algn="l">
              <a:lnSpc>
                <a:spcPct val="100000"/>
              </a:lnSpc>
              <a:spcBef>
                <a:spcPts val="1400"/>
              </a:spcBef>
              <a:spcAft>
                <a:spcPts val="0"/>
              </a:spcAft>
              <a:buNone/>
            </a:pPr>
            <a:r>
              <a:rPr b="1" lang="en" sz="1000">
                <a:latin typeface="Alexandria"/>
                <a:ea typeface="Alexandria"/>
                <a:cs typeface="Alexandria"/>
                <a:sym typeface="Alexandria"/>
              </a:rPr>
              <a:t>R1 — Inaccurate fault detection due to load fluctuations </a:t>
            </a:r>
            <a:endParaRPr b="1" sz="1000">
              <a:latin typeface="Alexandria"/>
              <a:ea typeface="Alexandria"/>
              <a:cs typeface="Alexandria"/>
              <a:sym typeface="Alexandria"/>
            </a:endParaRPr>
          </a:p>
          <a:p>
            <a:pPr indent="0" lvl="0" marL="0" rtl="0" algn="l">
              <a:lnSpc>
                <a:spcPct val="100000"/>
              </a:lnSpc>
              <a:spcBef>
                <a:spcPts val="1200"/>
              </a:spcBef>
              <a:spcAft>
                <a:spcPts val="0"/>
              </a:spcAft>
              <a:buNone/>
            </a:pPr>
            <a:r>
              <a:rPr b="1" lang="en" sz="1000">
                <a:latin typeface="Alexandria"/>
                <a:ea typeface="Alexandria"/>
                <a:cs typeface="Alexandria"/>
                <a:sym typeface="Alexandria"/>
              </a:rPr>
              <a:t>R2 — </a:t>
            </a:r>
            <a:r>
              <a:rPr b="1" lang="en" sz="1000">
                <a:latin typeface="Alexandria"/>
                <a:ea typeface="Alexandria"/>
                <a:cs typeface="Alexandria"/>
                <a:sym typeface="Alexandria"/>
              </a:rPr>
              <a:t> Current sensor malfunction</a:t>
            </a:r>
            <a:endParaRPr b="1" sz="1000">
              <a:latin typeface="Alexandria"/>
              <a:ea typeface="Alexandria"/>
              <a:cs typeface="Alexandria"/>
              <a:sym typeface="Alexandria"/>
            </a:endParaRPr>
          </a:p>
          <a:p>
            <a:pPr indent="0" lvl="0" marL="0" rtl="0" algn="l">
              <a:lnSpc>
                <a:spcPct val="100000"/>
              </a:lnSpc>
              <a:spcBef>
                <a:spcPts val="1200"/>
              </a:spcBef>
              <a:spcAft>
                <a:spcPts val="0"/>
              </a:spcAft>
              <a:buNone/>
            </a:pPr>
            <a:r>
              <a:rPr b="1" lang="en" sz="1000">
                <a:latin typeface="Alexandria"/>
                <a:ea typeface="Alexandria"/>
                <a:cs typeface="Alexandria"/>
                <a:sym typeface="Alexandria"/>
              </a:rPr>
              <a:t>R3 — </a:t>
            </a:r>
            <a:r>
              <a:rPr b="1" lang="en" sz="1000">
                <a:latin typeface="Alexandria"/>
                <a:ea typeface="Alexandria"/>
                <a:cs typeface="Alexandria"/>
                <a:sym typeface="Alexandria"/>
              </a:rPr>
              <a:t>Communication network failure</a:t>
            </a:r>
            <a:endParaRPr b="1" sz="1000">
              <a:latin typeface="Alexandria"/>
              <a:ea typeface="Alexandria"/>
              <a:cs typeface="Alexandria"/>
              <a:sym typeface="Alexandria"/>
            </a:endParaRPr>
          </a:p>
          <a:p>
            <a:pPr indent="0" lvl="0" marL="0" rtl="0" algn="l">
              <a:lnSpc>
                <a:spcPct val="100000"/>
              </a:lnSpc>
              <a:spcBef>
                <a:spcPts val="1200"/>
              </a:spcBef>
              <a:spcAft>
                <a:spcPts val="0"/>
              </a:spcAft>
              <a:buNone/>
            </a:pPr>
            <a:r>
              <a:rPr b="1" lang="en" sz="1000">
                <a:latin typeface="Alexandria"/>
                <a:ea typeface="Alexandria"/>
                <a:cs typeface="Alexandria"/>
                <a:sym typeface="Alexandria"/>
              </a:rPr>
              <a:t>R4 — </a:t>
            </a:r>
            <a:r>
              <a:rPr b="1" lang="en" sz="1000">
                <a:latin typeface="Alexandria"/>
                <a:ea typeface="Alexandria"/>
                <a:cs typeface="Alexandria"/>
                <a:sym typeface="Alexandria"/>
              </a:rPr>
              <a:t>Power supply and battery-related failure</a:t>
            </a:r>
            <a:endParaRPr b="1" sz="1000">
              <a:latin typeface="Alexandria"/>
              <a:ea typeface="Alexandria"/>
              <a:cs typeface="Alexandria"/>
              <a:sym typeface="Alexandria"/>
            </a:endParaRPr>
          </a:p>
          <a:p>
            <a:pPr indent="0" lvl="0" marL="0" rtl="0" algn="l">
              <a:lnSpc>
                <a:spcPct val="100000"/>
              </a:lnSpc>
              <a:spcBef>
                <a:spcPts val="1200"/>
              </a:spcBef>
              <a:spcAft>
                <a:spcPts val="0"/>
              </a:spcAft>
              <a:buNone/>
            </a:pPr>
            <a:r>
              <a:rPr b="1" lang="en" sz="1000">
                <a:latin typeface="Alexandria"/>
                <a:ea typeface="Alexandria"/>
                <a:cs typeface="Alexandria"/>
                <a:sym typeface="Alexandria"/>
              </a:rPr>
              <a:t>R5 — </a:t>
            </a:r>
            <a:r>
              <a:rPr b="1" lang="en" sz="1000">
                <a:latin typeface="Alexandria"/>
                <a:ea typeface="Alexandria"/>
                <a:cs typeface="Alexandria"/>
                <a:sym typeface="Alexandria"/>
              </a:rPr>
              <a:t>Environmental and weather-related damage</a:t>
            </a:r>
            <a:endParaRPr b="1" sz="1000">
              <a:latin typeface="Alexandria"/>
              <a:ea typeface="Alexandria"/>
              <a:cs typeface="Alexandria"/>
              <a:sym typeface="Alexandria"/>
            </a:endParaRPr>
          </a:p>
          <a:p>
            <a:pPr indent="0" lvl="0" marL="0" rtl="0" algn="l">
              <a:lnSpc>
                <a:spcPct val="100000"/>
              </a:lnSpc>
              <a:spcBef>
                <a:spcPts val="1200"/>
              </a:spcBef>
              <a:spcAft>
                <a:spcPts val="0"/>
              </a:spcAft>
              <a:buNone/>
            </a:pPr>
            <a:r>
              <a:rPr b="1" lang="en" sz="1000">
                <a:latin typeface="Alexandria"/>
                <a:ea typeface="Alexandria"/>
                <a:cs typeface="Alexandria"/>
                <a:sym typeface="Alexandria"/>
              </a:rPr>
              <a:t>R6 — </a:t>
            </a:r>
            <a:r>
              <a:rPr b="1" lang="en" sz="1200">
                <a:latin typeface="Times New Roman"/>
                <a:ea typeface="Times New Roman"/>
                <a:cs typeface="Times New Roman"/>
                <a:sym typeface="Times New Roman"/>
              </a:rPr>
              <a:t>Safety hazards during installation and testing</a:t>
            </a:r>
            <a:endParaRPr b="1" sz="1000">
              <a:latin typeface="Alexandria"/>
              <a:ea typeface="Alexandria"/>
              <a:cs typeface="Alexandria"/>
              <a:sym typeface="Alexandria"/>
            </a:endParaRPr>
          </a:p>
          <a:p>
            <a:pPr indent="0" lvl="0" marL="0" rtl="0" algn="l">
              <a:lnSpc>
                <a:spcPct val="100000"/>
              </a:lnSpc>
              <a:spcBef>
                <a:spcPts val="1200"/>
              </a:spcBef>
              <a:spcAft>
                <a:spcPts val="0"/>
              </a:spcAft>
              <a:buNone/>
            </a:pPr>
            <a:r>
              <a:rPr b="1" lang="en" sz="1000">
                <a:latin typeface="Alexandria"/>
                <a:ea typeface="Alexandria"/>
                <a:cs typeface="Alexandria"/>
                <a:sym typeface="Alexandria"/>
              </a:rPr>
              <a:t>R7 — </a:t>
            </a:r>
            <a:r>
              <a:rPr b="1" lang="en" sz="1000">
                <a:latin typeface="Alexandria"/>
                <a:ea typeface="Alexandria"/>
                <a:cs typeface="Alexandria"/>
                <a:sym typeface="Alexandria"/>
              </a:rPr>
              <a:t>Hardware integration and compatibility issues</a:t>
            </a:r>
            <a:endParaRPr b="1" sz="1000">
              <a:latin typeface="Alexandria"/>
              <a:ea typeface="Alexandria"/>
              <a:cs typeface="Alexandria"/>
              <a:sym typeface="Alexandria"/>
            </a:endParaRPr>
          </a:p>
          <a:p>
            <a:pPr indent="0" lvl="0" marL="0" rtl="0" algn="l">
              <a:lnSpc>
                <a:spcPct val="100000"/>
              </a:lnSpc>
              <a:spcBef>
                <a:spcPts val="1200"/>
              </a:spcBef>
              <a:spcAft>
                <a:spcPts val="0"/>
              </a:spcAft>
              <a:buNone/>
            </a:pPr>
            <a:r>
              <a:rPr b="1" lang="en" sz="1000">
                <a:latin typeface="Alexandria"/>
                <a:ea typeface="Alexandria"/>
                <a:cs typeface="Alexandria"/>
                <a:sym typeface="Alexandria"/>
              </a:rPr>
              <a:t>R8 — </a:t>
            </a:r>
            <a:r>
              <a:rPr b="1" lang="en" sz="1000">
                <a:latin typeface="Alexandria"/>
                <a:ea typeface="Alexandria"/>
                <a:cs typeface="Alexandria"/>
                <a:sym typeface="Alexandria"/>
              </a:rPr>
              <a:t>Component Availability</a:t>
            </a:r>
            <a:endParaRPr b="1" sz="1000">
              <a:latin typeface="Alexandria"/>
              <a:ea typeface="Alexandria"/>
              <a:cs typeface="Alexandria"/>
              <a:sym typeface="Alexandria"/>
            </a:endParaRPr>
          </a:p>
          <a:p>
            <a:pPr indent="0" lvl="0" marL="0" rtl="0" algn="l">
              <a:lnSpc>
                <a:spcPct val="100000"/>
              </a:lnSpc>
              <a:spcBef>
                <a:spcPts val="1200"/>
              </a:spcBef>
              <a:spcAft>
                <a:spcPts val="0"/>
              </a:spcAft>
              <a:buNone/>
            </a:pPr>
            <a:r>
              <a:rPr b="1" lang="en" sz="1000">
                <a:latin typeface="Alexandria"/>
                <a:ea typeface="Alexandria"/>
                <a:cs typeface="Alexandria"/>
                <a:sym typeface="Alexandria"/>
              </a:rPr>
              <a:t>R9 — </a:t>
            </a:r>
            <a:r>
              <a:rPr b="1" lang="en" sz="1000">
                <a:latin typeface="Alexandria"/>
                <a:ea typeface="Alexandria"/>
                <a:cs typeface="Alexandria"/>
                <a:sym typeface="Alexandria"/>
              </a:rPr>
              <a:t>Budget Overrun</a:t>
            </a:r>
            <a:endParaRPr b="1" sz="1000">
              <a:latin typeface="Alexandria"/>
              <a:ea typeface="Alexandria"/>
              <a:cs typeface="Alexandria"/>
              <a:sym typeface="Alexandria"/>
            </a:endParaRPr>
          </a:p>
          <a:p>
            <a:pPr indent="0" lvl="0" marL="0" rtl="0" algn="l">
              <a:lnSpc>
                <a:spcPct val="100000"/>
              </a:lnSpc>
              <a:spcBef>
                <a:spcPts val="1200"/>
              </a:spcBef>
              <a:spcAft>
                <a:spcPts val="1200"/>
              </a:spcAft>
              <a:buNone/>
            </a:pPr>
            <a:r>
              <a:rPr b="1" lang="en" sz="1000">
                <a:latin typeface="Alexandria"/>
                <a:ea typeface="Alexandria"/>
                <a:cs typeface="Alexandria"/>
                <a:sym typeface="Alexandria"/>
              </a:rPr>
              <a:t>R10 — </a:t>
            </a:r>
            <a:r>
              <a:rPr b="1" lang="en" sz="1000">
                <a:latin typeface="Alexandria"/>
                <a:ea typeface="Alexandria"/>
                <a:cs typeface="Alexandria"/>
                <a:sym typeface="Alexandria"/>
              </a:rPr>
              <a:t>Regulatory Approval Delays</a:t>
            </a:r>
            <a:endParaRPr b="1" sz="1000">
              <a:latin typeface="Alexandria"/>
              <a:ea typeface="Alexandria"/>
              <a:cs typeface="Alexandria"/>
              <a:sym typeface="Alexandria"/>
            </a:endParaRPr>
          </a:p>
        </p:txBody>
      </p:sp>
      <p:sp>
        <p:nvSpPr>
          <p:cNvPr id="643" name="Google Shape;643;p5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4" name="Google Shape;644;p55"/>
          <p:cNvSpPr txBox="1"/>
          <p:nvPr/>
        </p:nvSpPr>
        <p:spPr>
          <a:xfrm>
            <a:off x="4442700" y="4765600"/>
            <a:ext cx="3490800" cy="3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Epilogue"/>
                <a:ea typeface="Epilogue"/>
                <a:cs typeface="Epilogue"/>
                <a:sym typeface="Epilogue"/>
              </a:rPr>
              <a:t>Figure 6</a:t>
            </a:r>
            <a:r>
              <a:rPr b="1" lang="en">
                <a:latin typeface="Epilogue"/>
                <a:ea typeface="Epilogue"/>
                <a:cs typeface="Epilogue"/>
                <a:sym typeface="Epilogue"/>
              </a:rPr>
              <a:t>: Risk Fever Chart</a:t>
            </a:r>
            <a:endParaRPr b="1">
              <a:latin typeface="Epilogue"/>
              <a:ea typeface="Epilogue"/>
              <a:cs typeface="Epilogue"/>
              <a:sym typeface="Epilogu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56"/>
          <p:cNvSpPr txBox="1"/>
          <p:nvPr>
            <p:ph type="title"/>
          </p:nvPr>
        </p:nvSpPr>
        <p:spPr>
          <a:xfrm>
            <a:off x="532750" y="128275"/>
            <a:ext cx="4731000" cy="48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000000"/>
                </a:solidFill>
              </a:rPr>
              <a:t>Risk Management Plan</a:t>
            </a:r>
            <a:endParaRPr sz="2400">
              <a:solidFill>
                <a:srgbClr val="000000"/>
              </a:solidFill>
            </a:endParaRPr>
          </a:p>
        </p:txBody>
      </p:sp>
      <p:sp>
        <p:nvSpPr>
          <p:cNvPr id="650" name="Google Shape;650;p5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651" name="Google Shape;651;p56"/>
          <p:cNvGraphicFramePr/>
          <p:nvPr/>
        </p:nvGraphicFramePr>
        <p:xfrm>
          <a:off x="952500" y="797150"/>
          <a:ext cx="3000000" cy="3000000"/>
        </p:xfrm>
        <a:graphic>
          <a:graphicData uri="http://schemas.openxmlformats.org/drawingml/2006/table">
            <a:tbl>
              <a:tblPr>
                <a:noFill/>
                <a:tableStyleId>{271712D7-3CDD-4F28-86EA-7EEB8AD346CE}</a:tableStyleId>
              </a:tblPr>
              <a:tblGrid>
                <a:gridCol w="2112200"/>
                <a:gridCol w="2849150"/>
                <a:gridCol w="2277650"/>
              </a:tblGrid>
              <a:tr h="396225">
                <a:tc>
                  <a:txBody>
                    <a:bodyPr/>
                    <a:lstStyle/>
                    <a:p>
                      <a:pPr indent="0" lvl="0" marL="0" rtl="0" algn="ctr">
                        <a:spcBef>
                          <a:spcPts val="0"/>
                        </a:spcBef>
                        <a:spcAft>
                          <a:spcPts val="0"/>
                        </a:spcAft>
                        <a:buNone/>
                      </a:pPr>
                      <a:r>
                        <a:rPr b="1" lang="en" sz="1200">
                          <a:latin typeface="Alexandria"/>
                          <a:ea typeface="Alexandria"/>
                          <a:cs typeface="Alexandria"/>
                          <a:sym typeface="Alexandria"/>
                        </a:rPr>
                        <a:t>Possible Risk</a:t>
                      </a:r>
                      <a:endParaRPr b="1" sz="1200">
                        <a:latin typeface="Alexandria"/>
                        <a:ea typeface="Alexandria"/>
                        <a:cs typeface="Alexandria"/>
                        <a:sym typeface="Alexandria"/>
                      </a:endParaRPr>
                    </a:p>
                  </a:txBody>
                  <a:tcPr marT="91425" marB="91425" marR="91425" marL="91425"/>
                </a:tc>
                <a:tc>
                  <a:txBody>
                    <a:bodyPr/>
                    <a:lstStyle/>
                    <a:p>
                      <a:pPr indent="0" lvl="0" marL="0" rtl="0" algn="ctr">
                        <a:spcBef>
                          <a:spcPts val="0"/>
                        </a:spcBef>
                        <a:spcAft>
                          <a:spcPts val="0"/>
                        </a:spcAft>
                        <a:buNone/>
                      </a:pPr>
                      <a:r>
                        <a:rPr b="1" lang="en" sz="1200">
                          <a:latin typeface="Alexandria"/>
                          <a:ea typeface="Alexandria"/>
                          <a:cs typeface="Alexandria"/>
                          <a:sym typeface="Alexandria"/>
                        </a:rPr>
                        <a:t>Mitigation Plan</a:t>
                      </a:r>
                      <a:endParaRPr b="1" sz="1200">
                        <a:latin typeface="Alexandria"/>
                        <a:ea typeface="Alexandria"/>
                        <a:cs typeface="Alexandria"/>
                        <a:sym typeface="Alexandria"/>
                      </a:endParaRPr>
                    </a:p>
                  </a:txBody>
                  <a:tcPr marT="91425" marB="91425" marR="91425" marL="91425"/>
                </a:tc>
                <a:tc>
                  <a:txBody>
                    <a:bodyPr/>
                    <a:lstStyle/>
                    <a:p>
                      <a:pPr indent="0" lvl="0" marL="0" rtl="0" algn="ctr">
                        <a:spcBef>
                          <a:spcPts val="0"/>
                        </a:spcBef>
                        <a:spcAft>
                          <a:spcPts val="0"/>
                        </a:spcAft>
                        <a:buNone/>
                      </a:pPr>
                      <a:r>
                        <a:rPr b="1" lang="en" sz="1200">
                          <a:latin typeface="Alexandria"/>
                          <a:ea typeface="Alexandria"/>
                          <a:cs typeface="Alexandria"/>
                          <a:sym typeface="Alexandria"/>
                        </a:rPr>
                        <a:t>Contingency</a:t>
                      </a:r>
                      <a:endParaRPr b="1" sz="1200">
                        <a:latin typeface="Alexandria"/>
                        <a:ea typeface="Alexandria"/>
                        <a:cs typeface="Alexandria"/>
                        <a:sym typeface="Alexandria"/>
                      </a:endParaRPr>
                    </a:p>
                  </a:txBody>
                  <a:tcPr marT="91425" marB="91425" marR="91425" marL="91425"/>
                </a:tc>
              </a:tr>
              <a:tr h="355475">
                <a:tc>
                  <a:txBody>
                    <a:bodyPr/>
                    <a:lstStyle/>
                    <a:p>
                      <a:pPr indent="0" lvl="0" marL="0" rtl="0" algn="l">
                        <a:spcBef>
                          <a:spcPts val="0"/>
                        </a:spcBef>
                        <a:spcAft>
                          <a:spcPts val="0"/>
                        </a:spcAft>
                        <a:buNone/>
                      </a:pPr>
                      <a:r>
                        <a:rPr b="1" lang="en" sz="1200">
                          <a:latin typeface="Alexandria"/>
                          <a:ea typeface="Alexandria"/>
                          <a:cs typeface="Alexandria"/>
                          <a:sym typeface="Alexandria"/>
                        </a:rPr>
                        <a:t>Inaccurate fault detection due to load fluctuations (R1)</a:t>
                      </a:r>
                      <a:endParaRPr b="1"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 Use multi-parameter fault detection logic</a:t>
                      </a:r>
                      <a:endParaRPr sz="1200">
                        <a:latin typeface="Alexandria"/>
                        <a:ea typeface="Alexandria"/>
                        <a:cs typeface="Alexandria"/>
                        <a:sym typeface="Alexandria"/>
                      </a:endParaRPr>
                    </a:p>
                    <a:p>
                      <a:pPr indent="0" lvl="0" marL="0" rtl="0" algn="l">
                        <a:spcBef>
                          <a:spcPts val="0"/>
                        </a:spcBef>
                        <a:spcAft>
                          <a:spcPts val="0"/>
                        </a:spcAft>
                        <a:buNone/>
                      </a:pPr>
                      <a:r>
                        <a:rPr lang="en" sz="1200">
                          <a:latin typeface="Alexandria"/>
                          <a:ea typeface="Alexandria"/>
                          <a:cs typeface="Alexandria"/>
                          <a:sym typeface="Alexandria"/>
                        </a:rPr>
                        <a:t>• Apply adaptive thresholds and filtering</a:t>
                      </a:r>
                      <a:endParaRPr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Adjust detection sensitivity</a:t>
                      </a:r>
                      <a:endParaRPr sz="1200">
                        <a:latin typeface="Alexandria"/>
                        <a:ea typeface="Alexandria"/>
                        <a:cs typeface="Alexandria"/>
                        <a:sym typeface="Alexandria"/>
                      </a:endParaRPr>
                    </a:p>
                  </a:txBody>
                  <a:tcPr marT="91425" marB="91425" marR="91425" marL="91425"/>
                </a:tc>
              </a:tr>
              <a:tr h="396225">
                <a:tc>
                  <a:txBody>
                    <a:bodyPr/>
                    <a:lstStyle/>
                    <a:p>
                      <a:pPr indent="0" lvl="0" marL="0" rtl="0" algn="l">
                        <a:spcBef>
                          <a:spcPts val="0"/>
                        </a:spcBef>
                        <a:spcAft>
                          <a:spcPts val="0"/>
                        </a:spcAft>
                        <a:buNone/>
                      </a:pPr>
                      <a:r>
                        <a:rPr b="1" lang="en" sz="1200">
                          <a:latin typeface="Alexandria"/>
                          <a:ea typeface="Alexandria"/>
                          <a:cs typeface="Alexandria"/>
                          <a:sym typeface="Alexandria"/>
                        </a:rPr>
                        <a:t>Current sensor malfunction (R2)</a:t>
                      </a:r>
                      <a:endParaRPr b="1"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 Use calibrated Hall-effect sensors</a:t>
                      </a:r>
                      <a:endParaRPr sz="1200">
                        <a:latin typeface="Alexandria"/>
                        <a:ea typeface="Alexandria"/>
                        <a:cs typeface="Alexandria"/>
                        <a:sym typeface="Alexandria"/>
                      </a:endParaRPr>
                    </a:p>
                    <a:p>
                      <a:pPr indent="0" lvl="0" marL="0" rtl="0" algn="l">
                        <a:spcBef>
                          <a:spcPts val="0"/>
                        </a:spcBef>
                        <a:spcAft>
                          <a:spcPts val="0"/>
                        </a:spcAft>
                        <a:buNone/>
                      </a:pPr>
                      <a:r>
                        <a:rPr lang="en" sz="1200">
                          <a:latin typeface="Alexandria"/>
                          <a:ea typeface="Alexandria"/>
                          <a:cs typeface="Alexandria"/>
                          <a:sym typeface="Alexandria"/>
                        </a:rPr>
                        <a:t>• Apply noise filtering techniques</a:t>
                      </a:r>
                      <a:endParaRPr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 Replace faulty sensor</a:t>
                      </a:r>
                      <a:endParaRPr sz="1200">
                        <a:latin typeface="Alexandria"/>
                        <a:ea typeface="Alexandria"/>
                        <a:cs typeface="Alexandria"/>
                        <a:sym typeface="Alexandria"/>
                      </a:endParaRPr>
                    </a:p>
                  </a:txBody>
                  <a:tcPr marT="91425" marB="91425" marR="91425" marL="91425"/>
                </a:tc>
              </a:tr>
              <a:tr h="396225">
                <a:tc>
                  <a:txBody>
                    <a:bodyPr/>
                    <a:lstStyle/>
                    <a:p>
                      <a:pPr indent="0" lvl="0" marL="0" rtl="0" algn="l">
                        <a:spcBef>
                          <a:spcPts val="0"/>
                        </a:spcBef>
                        <a:spcAft>
                          <a:spcPts val="0"/>
                        </a:spcAft>
                        <a:buNone/>
                      </a:pPr>
                      <a:r>
                        <a:rPr b="1" lang="en" sz="1200">
                          <a:latin typeface="Alexandria"/>
                          <a:ea typeface="Alexandria"/>
                          <a:cs typeface="Alexandria"/>
                          <a:sym typeface="Alexandria"/>
                        </a:rPr>
                        <a:t>Communication network failure (R3)</a:t>
                      </a:r>
                      <a:endParaRPr b="1"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 Support multiple communication modes</a:t>
                      </a:r>
                      <a:endParaRPr sz="1200">
                        <a:latin typeface="Alexandria"/>
                        <a:ea typeface="Alexandria"/>
                        <a:cs typeface="Alexandria"/>
                        <a:sym typeface="Alexandria"/>
                      </a:endParaRPr>
                    </a:p>
                    <a:p>
                      <a:pPr indent="0" lvl="0" marL="0" rtl="0" algn="l">
                        <a:spcBef>
                          <a:spcPts val="0"/>
                        </a:spcBef>
                        <a:spcAft>
                          <a:spcPts val="0"/>
                        </a:spcAft>
                        <a:buNone/>
                      </a:pPr>
                      <a:r>
                        <a:rPr lang="en" sz="1200">
                          <a:latin typeface="Alexandria"/>
                          <a:ea typeface="Alexandria"/>
                          <a:cs typeface="Alexandria"/>
                          <a:sym typeface="Alexandria"/>
                        </a:rPr>
                        <a:t>• Implement data buffering</a:t>
                      </a:r>
                      <a:endParaRPr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 Store data locally</a:t>
                      </a:r>
                      <a:endParaRPr sz="1200">
                        <a:latin typeface="Alexandria"/>
                        <a:ea typeface="Alexandria"/>
                        <a:cs typeface="Alexandria"/>
                        <a:sym typeface="Alexandria"/>
                      </a:endParaRPr>
                    </a:p>
                  </a:txBody>
                  <a:tcPr marT="91425" marB="91425" marR="91425" marL="91425"/>
                </a:tc>
              </a:tr>
              <a:tr h="396225">
                <a:tc>
                  <a:txBody>
                    <a:bodyPr/>
                    <a:lstStyle/>
                    <a:p>
                      <a:pPr indent="0" lvl="0" marL="0" rtl="0" algn="l">
                        <a:spcBef>
                          <a:spcPts val="0"/>
                        </a:spcBef>
                        <a:spcAft>
                          <a:spcPts val="0"/>
                        </a:spcAft>
                        <a:buNone/>
                      </a:pPr>
                      <a:r>
                        <a:rPr b="1" lang="en" sz="1200">
                          <a:latin typeface="Alexandria"/>
                          <a:ea typeface="Alexandria"/>
                          <a:cs typeface="Alexandria"/>
                          <a:sym typeface="Alexandria"/>
                        </a:rPr>
                        <a:t>Power supply and battery failure (R4)</a:t>
                      </a:r>
                      <a:endParaRPr b="1"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 Use low-power components</a:t>
                      </a:r>
                      <a:endParaRPr sz="1200">
                        <a:latin typeface="Alexandria"/>
                        <a:ea typeface="Alexandria"/>
                        <a:cs typeface="Alexandria"/>
                        <a:sym typeface="Alexandria"/>
                      </a:endParaRPr>
                    </a:p>
                    <a:p>
                      <a:pPr indent="0" lvl="0" marL="0" rtl="0" algn="l">
                        <a:spcBef>
                          <a:spcPts val="0"/>
                        </a:spcBef>
                        <a:spcAft>
                          <a:spcPts val="0"/>
                        </a:spcAft>
                        <a:buNone/>
                      </a:pPr>
                      <a:r>
                        <a:rPr lang="en" sz="1200">
                          <a:latin typeface="Alexandria"/>
                          <a:ea typeface="Alexandria"/>
                          <a:cs typeface="Alexandria"/>
                          <a:sym typeface="Alexandria"/>
                        </a:rPr>
                        <a:t>• Monitor battery voltage</a:t>
                      </a:r>
                      <a:endParaRPr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Use external power source</a:t>
                      </a:r>
                      <a:endParaRPr sz="1200">
                        <a:latin typeface="Alexandria"/>
                        <a:ea typeface="Alexandria"/>
                        <a:cs typeface="Alexandria"/>
                        <a:sym typeface="Alexandria"/>
                      </a:endParaRPr>
                    </a:p>
                  </a:txBody>
                  <a:tcPr marT="91425" marB="91425" marR="91425" marL="91425"/>
                </a:tc>
              </a:tr>
              <a:tr h="535950">
                <a:tc>
                  <a:txBody>
                    <a:bodyPr/>
                    <a:lstStyle/>
                    <a:p>
                      <a:pPr indent="0" lvl="0" marL="0" rtl="0" algn="l">
                        <a:spcBef>
                          <a:spcPts val="0"/>
                        </a:spcBef>
                        <a:spcAft>
                          <a:spcPts val="0"/>
                        </a:spcAft>
                        <a:buNone/>
                      </a:pPr>
                      <a:r>
                        <a:rPr b="1" lang="en" sz="1200">
                          <a:latin typeface="Alexandria"/>
                          <a:ea typeface="Alexandria"/>
                          <a:cs typeface="Alexandria"/>
                          <a:sym typeface="Alexandria"/>
                        </a:rPr>
                        <a:t>Environmental and weather-related damage (R5)</a:t>
                      </a:r>
                      <a:endParaRPr b="1"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 Use weatherproof enclosure</a:t>
                      </a:r>
                      <a:endParaRPr sz="1200">
                        <a:latin typeface="Alexandria"/>
                        <a:ea typeface="Alexandria"/>
                        <a:cs typeface="Alexandria"/>
                        <a:sym typeface="Alexandria"/>
                      </a:endParaRPr>
                    </a:p>
                    <a:p>
                      <a:pPr indent="0" lvl="0" marL="0" rtl="0" algn="l">
                        <a:spcBef>
                          <a:spcPts val="0"/>
                        </a:spcBef>
                        <a:spcAft>
                          <a:spcPts val="0"/>
                        </a:spcAft>
                        <a:buNone/>
                      </a:pPr>
                      <a:r>
                        <a:rPr lang="en" sz="1200">
                          <a:latin typeface="Alexandria"/>
                          <a:ea typeface="Alexandria"/>
                          <a:cs typeface="Alexandria"/>
                          <a:sym typeface="Alexandria"/>
                        </a:rPr>
                        <a:t>• Proper insulation and grounding</a:t>
                      </a:r>
                      <a:endParaRPr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Replace damaged components</a:t>
                      </a:r>
                      <a:endParaRPr sz="1200">
                        <a:latin typeface="Alexandria"/>
                        <a:ea typeface="Alexandria"/>
                        <a:cs typeface="Alexandria"/>
                        <a:sym typeface="Alexandria"/>
                      </a:endParaRPr>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5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7" name="Google Shape;657;p57"/>
          <p:cNvSpPr txBox="1"/>
          <p:nvPr>
            <p:ph type="title"/>
          </p:nvPr>
        </p:nvSpPr>
        <p:spPr>
          <a:xfrm>
            <a:off x="532750" y="128275"/>
            <a:ext cx="4731000" cy="48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000000"/>
                </a:solidFill>
              </a:rPr>
              <a:t>Risk Management Plan</a:t>
            </a:r>
            <a:endParaRPr sz="2400">
              <a:solidFill>
                <a:srgbClr val="000000"/>
              </a:solidFill>
            </a:endParaRPr>
          </a:p>
        </p:txBody>
      </p:sp>
      <p:graphicFrame>
        <p:nvGraphicFramePr>
          <p:cNvPr id="658" name="Google Shape;658;p57"/>
          <p:cNvGraphicFramePr/>
          <p:nvPr/>
        </p:nvGraphicFramePr>
        <p:xfrm>
          <a:off x="952500" y="924950"/>
          <a:ext cx="3000000" cy="3000000"/>
        </p:xfrm>
        <a:graphic>
          <a:graphicData uri="http://schemas.openxmlformats.org/drawingml/2006/table">
            <a:tbl>
              <a:tblPr>
                <a:noFill/>
                <a:tableStyleId>{271712D7-3CDD-4F28-86EA-7EEB8AD346CE}</a:tableStyleId>
              </a:tblPr>
              <a:tblGrid>
                <a:gridCol w="2262600"/>
                <a:gridCol w="2758925"/>
                <a:gridCol w="2217475"/>
              </a:tblGrid>
              <a:tr h="381000">
                <a:tc>
                  <a:txBody>
                    <a:bodyPr/>
                    <a:lstStyle/>
                    <a:p>
                      <a:pPr indent="0" lvl="0" marL="0" rtl="0" algn="ctr">
                        <a:spcBef>
                          <a:spcPts val="0"/>
                        </a:spcBef>
                        <a:spcAft>
                          <a:spcPts val="0"/>
                        </a:spcAft>
                        <a:buNone/>
                      </a:pPr>
                      <a:r>
                        <a:rPr b="1" lang="en" sz="1200">
                          <a:latin typeface="Alexandria"/>
                          <a:ea typeface="Alexandria"/>
                          <a:cs typeface="Alexandria"/>
                          <a:sym typeface="Alexandria"/>
                        </a:rPr>
                        <a:t>Possible Risk</a:t>
                      </a:r>
                      <a:endParaRPr b="1" sz="1200">
                        <a:latin typeface="Alexandria"/>
                        <a:ea typeface="Alexandria"/>
                        <a:cs typeface="Alexandria"/>
                        <a:sym typeface="Alexandria"/>
                      </a:endParaRPr>
                    </a:p>
                  </a:txBody>
                  <a:tcPr marT="91425" marB="91425" marR="91425" marL="91425"/>
                </a:tc>
                <a:tc>
                  <a:txBody>
                    <a:bodyPr/>
                    <a:lstStyle/>
                    <a:p>
                      <a:pPr indent="0" lvl="0" marL="0" rtl="0" algn="ctr">
                        <a:spcBef>
                          <a:spcPts val="0"/>
                        </a:spcBef>
                        <a:spcAft>
                          <a:spcPts val="0"/>
                        </a:spcAft>
                        <a:buNone/>
                      </a:pPr>
                      <a:r>
                        <a:rPr b="1" lang="en" sz="1200">
                          <a:latin typeface="Alexandria"/>
                          <a:ea typeface="Alexandria"/>
                          <a:cs typeface="Alexandria"/>
                          <a:sym typeface="Alexandria"/>
                        </a:rPr>
                        <a:t>Mitigation Plan</a:t>
                      </a:r>
                      <a:endParaRPr b="1" sz="1200">
                        <a:latin typeface="Alexandria"/>
                        <a:ea typeface="Alexandria"/>
                        <a:cs typeface="Alexandria"/>
                        <a:sym typeface="Alexandria"/>
                      </a:endParaRPr>
                    </a:p>
                  </a:txBody>
                  <a:tcPr marT="91425" marB="91425" marR="91425" marL="91425"/>
                </a:tc>
                <a:tc>
                  <a:txBody>
                    <a:bodyPr/>
                    <a:lstStyle/>
                    <a:p>
                      <a:pPr indent="0" lvl="0" marL="0" rtl="0" algn="ctr">
                        <a:spcBef>
                          <a:spcPts val="0"/>
                        </a:spcBef>
                        <a:spcAft>
                          <a:spcPts val="0"/>
                        </a:spcAft>
                        <a:buNone/>
                      </a:pPr>
                      <a:r>
                        <a:rPr b="1" lang="en" sz="1200">
                          <a:latin typeface="Alexandria"/>
                          <a:ea typeface="Alexandria"/>
                          <a:cs typeface="Alexandria"/>
                          <a:sym typeface="Alexandria"/>
                        </a:rPr>
                        <a:t>Contingency</a:t>
                      </a:r>
                      <a:endParaRPr b="1" sz="1200">
                        <a:latin typeface="Alexandria"/>
                        <a:ea typeface="Alexandria"/>
                        <a:cs typeface="Alexandria"/>
                        <a:sym typeface="Alexandria"/>
                      </a:endParaRPr>
                    </a:p>
                  </a:txBody>
                  <a:tcPr marT="91425" marB="91425" marR="91425" marL="91425"/>
                </a:tc>
              </a:tr>
              <a:tr h="381000">
                <a:tc>
                  <a:txBody>
                    <a:bodyPr/>
                    <a:lstStyle/>
                    <a:p>
                      <a:pPr indent="0" lvl="0" marL="0" rtl="0" algn="l">
                        <a:spcBef>
                          <a:spcPts val="0"/>
                        </a:spcBef>
                        <a:spcAft>
                          <a:spcPts val="0"/>
                        </a:spcAft>
                        <a:buNone/>
                      </a:pPr>
                      <a:r>
                        <a:rPr b="1" lang="en" sz="1200">
                          <a:latin typeface="Alexandria"/>
                          <a:ea typeface="Alexandria"/>
                          <a:cs typeface="Alexandria"/>
                          <a:sym typeface="Alexandria"/>
                        </a:rPr>
                        <a:t>Safety hazards during installation and testing (R6)</a:t>
                      </a:r>
                      <a:endParaRPr b="1"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 Follow safety standards</a:t>
                      </a:r>
                      <a:endParaRPr sz="1200">
                        <a:latin typeface="Alexandria"/>
                        <a:ea typeface="Alexandria"/>
                        <a:cs typeface="Alexandria"/>
                        <a:sym typeface="Alexandria"/>
                      </a:endParaRPr>
                    </a:p>
                    <a:p>
                      <a:pPr indent="0" lvl="0" marL="0" rtl="0" algn="l">
                        <a:spcBef>
                          <a:spcPts val="0"/>
                        </a:spcBef>
                        <a:spcAft>
                          <a:spcPts val="0"/>
                        </a:spcAft>
                        <a:buNone/>
                      </a:pPr>
                      <a:r>
                        <a:rPr lang="en" sz="1200">
                          <a:latin typeface="Alexandria"/>
                          <a:ea typeface="Alexandria"/>
                          <a:cs typeface="Alexandria"/>
                          <a:sym typeface="Alexandria"/>
                        </a:rPr>
                        <a:t>• Use personal protective equipment</a:t>
                      </a:r>
                      <a:endParaRPr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Suspend testing immediately</a:t>
                      </a:r>
                      <a:endParaRPr sz="1200">
                        <a:latin typeface="Alexandria"/>
                        <a:ea typeface="Alexandria"/>
                        <a:cs typeface="Alexandria"/>
                        <a:sym typeface="Alexandria"/>
                      </a:endParaRPr>
                    </a:p>
                  </a:txBody>
                  <a:tcPr marT="91425" marB="91425" marR="91425" marL="91425"/>
                </a:tc>
              </a:tr>
              <a:tr h="381000">
                <a:tc>
                  <a:txBody>
                    <a:bodyPr/>
                    <a:lstStyle/>
                    <a:p>
                      <a:pPr indent="0" lvl="0" marL="0" rtl="0" algn="l">
                        <a:spcBef>
                          <a:spcPts val="0"/>
                        </a:spcBef>
                        <a:spcAft>
                          <a:spcPts val="0"/>
                        </a:spcAft>
                        <a:buNone/>
                      </a:pPr>
                      <a:r>
                        <a:rPr b="1" lang="en" sz="1200">
                          <a:latin typeface="Alexandria"/>
                          <a:ea typeface="Alexandria"/>
                          <a:cs typeface="Alexandria"/>
                          <a:sym typeface="Alexandria"/>
                        </a:rPr>
                        <a:t>Hardware integration and compatibility issues (R7)</a:t>
                      </a:r>
                      <a:endParaRPr b="1"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 Modular system design</a:t>
                      </a:r>
                      <a:endParaRPr sz="1200">
                        <a:latin typeface="Alexandria"/>
                        <a:ea typeface="Alexandria"/>
                        <a:cs typeface="Alexandria"/>
                        <a:sym typeface="Alexandria"/>
                      </a:endParaRPr>
                    </a:p>
                    <a:p>
                      <a:pPr indent="0" lvl="0" marL="0" rtl="0" algn="l">
                        <a:spcBef>
                          <a:spcPts val="0"/>
                        </a:spcBef>
                        <a:spcAft>
                          <a:spcPts val="0"/>
                        </a:spcAft>
                        <a:buNone/>
                      </a:pPr>
                      <a:r>
                        <a:rPr lang="en" sz="1200">
                          <a:latin typeface="Alexandria"/>
                          <a:ea typeface="Alexandria"/>
                          <a:cs typeface="Alexandria"/>
                          <a:sym typeface="Alexandria"/>
                        </a:rPr>
                        <a:t>• Subsystem-level testing</a:t>
                      </a:r>
                      <a:endParaRPr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Simplify system configuration</a:t>
                      </a:r>
                      <a:endParaRPr sz="1200">
                        <a:latin typeface="Alexandria"/>
                        <a:ea typeface="Alexandria"/>
                        <a:cs typeface="Alexandria"/>
                        <a:sym typeface="Alexandria"/>
                      </a:endParaRPr>
                    </a:p>
                  </a:txBody>
                  <a:tcPr marT="91425" marB="91425" marR="91425" marL="91425"/>
                </a:tc>
              </a:tr>
              <a:tr h="381000">
                <a:tc>
                  <a:txBody>
                    <a:bodyPr/>
                    <a:lstStyle/>
                    <a:p>
                      <a:pPr indent="0" lvl="0" marL="0" rtl="0" algn="l">
                        <a:spcBef>
                          <a:spcPts val="0"/>
                        </a:spcBef>
                        <a:spcAft>
                          <a:spcPts val="0"/>
                        </a:spcAft>
                        <a:buNone/>
                      </a:pPr>
                      <a:r>
                        <a:rPr b="1" lang="en" sz="1200">
                          <a:latin typeface="Alexandria"/>
                          <a:ea typeface="Alexandria"/>
                          <a:cs typeface="Alexandria"/>
                          <a:sym typeface="Alexandria"/>
                        </a:rPr>
                        <a:t>Component availability (R8)</a:t>
                      </a:r>
                      <a:endParaRPr b="1"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 Select locally available parts</a:t>
                      </a:r>
                      <a:endParaRPr sz="1200">
                        <a:latin typeface="Alexandria"/>
                        <a:ea typeface="Alexandria"/>
                        <a:cs typeface="Alexandria"/>
                        <a:sym typeface="Alexandria"/>
                      </a:endParaRPr>
                    </a:p>
                    <a:p>
                      <a:pPr indent="0" lvl="0" marL="0" rtl="0" algn="l">
                        <a:spcBef>
                          <a:spcPts val="0"/>
                        </a:spcBef>
                        <a:spcAft>
                          <a:spcPts val="0"/>
                        </a:spcAft>
                        <a:buNone/>
                      </a:pPr>
                      <a:r>
                        <a:rPr lang="en" sz="1200">
                          <a:latin typeface="Alexandria"/>
                          <a:ea typeface="Alexandria"/>
                          <a:cs typeface="Alexandria"/>
                          <a:sym typeface="Alexandria"/>
                        </a:rPr>
                        <a:t>• Identify alternatives early</a:t>
                      </a:r>
                      <a:endParaRPr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Redesign using available components</a:t>
                      </a:r>
                      <a:endParaRPr sz="1200">
                        <a:latin typeface="Alexandria"/>
                        <a:ea typeface="Alexandria"/>
                        <a:cs typeface="Alexandria"/>
                        <a:sym typeface="Alexandria"/>
                      </a:endParaRPr>
                    </a:p>
                  </a:txBody>
                  <a:tcPr marT="91425" marB="91425" marR="91425" marL="91425"/>
                </a:tc>
              </a:tr>
              <a:tr h="381000">
                <a:tc>
                  <a:txBody>
                    <a:bodyPr/>
                    <a:lstStyle/>
                    <a:p>
                      <a:pPr indent="0" lvl="0" marL="0" rtl="0" algn="l">
                        <a:spcBef>
                          <a:spcPts val="0"/>
                        </a:spcBef>
                        <a:spcAft>
                          <a:spcPts val="0"/>
                        </a:spcAft>
                        <a:buNone/>
                      </a:pPr>
                      <a:r>
                        <a:rPr b="1" lang="en" sz="1200">
                          <a:latin typeface="Alexandria"/>
                          <a:ea typeface="Alexandria"/>
                          <a:cs typeface="Alexandria"/>
                          <a:sym typeface="Alexandria"/>
                        </a:rPr>
                        <a:t>Budget overrun (R9)</a:t>
                      </a:r>
                      <a:endParaRPr b="1"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 Prepare budget with buffer</a:t>
                      </a:r>
                      <a:endParaRPr sz="1200">
                        <a:latin typeface="Alexandria"/>
                        <a:ea typeface="Alexandria"/>
                        <a:cs typeface="Alexandria"/>
                        <a:sym typeface="Alexandria"/>
                      </a:endParaRPr>
                    </a:p>
                    <a:p>
                      <a:pPr indent="0" lvl="0" marL="0" rtl="0" algn="l">
                        <a:spcBef>
                          <a:spcPts val="0"/>
                        </a:spcBef>
                        <a:spcAft>
                          <a:spcPts val="0"/>
                        </a:spcAft>
                        <a:buNone/>
                      </a:pPr>
                      <a:r>
                        <a:rPr lang="en" sz="1200">
                          <a:latin typeface="Alexandria"/>
                          <a:ea typeface="Alexandria"/>
                          <a:cs typeface="Alexandria"/>
                          <a:sym typeface="Alexandria"/>
                        </a:rPr>
                        <a:t>• Track expenses regularly</a:t>
                      </a:r>
                      <a:endParaRPr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Remove non-essential features</a:t>
                      </a:r>
                      <a:endParaRPr sz="1200">
                        <a:latin typeface="Alexandria"/>
                        <a:ea typeface="Alexandria"/>
                        <a:cs typeface="Alexandria"/>
                        <a:sym typeface="Alexandria"/>
                      </a:endParaRPr>
                    </a:p>
                  </a:txBody>
                  <a:tcPr marT="91425" marB="91425" marR="91425" marL="91425"/>
                </a:tc>
              </a:tr>
              <a:tr h="381000">
                <a:tc>
                  <a:txBody>
                    <a:bodyPr/>
                    <a:lstStyle/>
                    <a:p>
                      <a:pPr indent="0" lvl="0" marL="0" rtl="0" algn="l">
                        <a:spcBef>
                          <a:spcPts val="0"/>
                        </a:spcBef>
                        <a:spcAft>
                          <a:spcPts val="0"/>
                        </a:spcAft>
                        <a:buNone/>
                      </a:pPr>
                      <a:r>
                        <a:rPr b="1" lang="en" sz="1200">
                          <a:latin typeface="Alexandria"/>
                          <a:ea typeface="Alexandria"/>
                          <a:cs typeface="Alexandria"/>
                          <a:sym typeface="Alexandria"/>
                        </a:rPr>
                        <a:t>Regulatory approval delays (R10)</a:t>
                      </a:r>
                      <a:endParaRPr b="1"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 Review standards early</a:t>
                      </a:r>
                      <a:endParaRPr sz="1200">
                        <a:latin typeface="Alexandria"/>
                        <a:ea typeface="Alexandria"/>
                        <a:cs typeface="Alexandria"/>
                        <a:sym typeface="Alexandria"/>
                      </a:endParaRPr>
                    </a:p>
                    <a:p>
                      <a:pPr indent="0" lvl="0" marL="0" rtl="0" algn="l">
                        <a:spcBef>
                          <a:spcPts val="0"/>
                        </a:spcBef>
                        <a:spcAft>
                          <a:spcPts val="0"/>
                        </a:spcAft>
                        <a:buNone/>
                      </a:pPr>
                      <a:r>
                        <a:rPr lang="en" sz="1200">
                          <a:latin typeface="Alexandria"/>
                          <a:ea typeface="Alexandria"/>
                          <a:cs typeface="Alexandria"/>
                          <a:sym typeface="Alexandria"/>
                        </a:rPr>
                        <a:t>• Design per IEEE/IEC codes</a:t>
                      </a:r>
                      <a:endParaRPr sz="1200">
                        <a:latin typeface="Alexandria"/>
                        <a:ea typeface="Alexandria"/>
                        <a:cs typeface="Alexandria"/>
                        <a:sym typeface="Alexandria"/>
                      </a:endParaRPr>
                    </a:p>
                  </a:txBody>
                  <a:tcPr marT="91425" marB="91425" marR="91425" marL="91425"/>
                </a:tc>
                <a:tc>
                  <a:txBody>
                    <a:bodyPr/>
                    <a:lstStyle/>
                    <a:p>
                      <a:pPr indent="0" lvl="0" marL="0" rtl="0" algn="l">
                        <a:spcBef>
                          <a:spcPts val="0"/>
                        </a:spcBef>
                        <a:spcAft>
                          <a:spcPts val="0"/>
                        </a:spcAft>
                        <a:buNone/>
                      </a:pPr>
                      <a:r>
                        <a:rPr lang="en" sz="1200">
                          <a:latin typeface="Alexandria"/>
                          <a:ea typeface="Alexandria"/>
                          <a:cs typeface="Alexandria"/>
                          <a:sym typeface="Alexandria"/>
                        </a:rPr>
                        <a:t>Limit work to lab testing</a:t>
                      </a:r>
                      <a:endParaRPr sz="1200">
                        <a:latin typeface="Alexandria"/>
                        <a:ea typeface="Alexandria"/>
                        <a:cs typeface="Alexandria"/>
                        <a:sym typeface="Alexandria"/>
                      </a:endParaRPr>
                    </a:p>
                  </a:txBody>
                  <a:tcPr marT="91425" marB="91425" marR="91425" marL="91425"/>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58"/>
          <p:cNvSpPr txBox="1"/>
          <p:nvPr>
            <p:ph type="title"/>
          </p:nvPr>
        </p:nvSpPr>
        <p:spPr>
          <a:xfrm>
            <a:off x="910075" y="210250"/>
            <a:ext cx="7717500" cy="67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000000"/>
                </a:solidFill>
              </a:rPr>
              <a:t>Impact of FPI </a:t>
            </a:r>
            <a:endParaRPr sz="2400">
              <a:solidFill>
                <a:srgbClr val="000000"/>
              </a:solidFill>
            </a:endParaRPr>
          </a:p>
        </p:txBody>
      </p:sp>
      <p:sp>
        <p:nvSpPr>
          <p:cNvPr id="664" name="Google Shape;664;p5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5" name="Google Shape;665;p58"/>
          <p:cNvSpPr txBox="1"/>
          <p:nvPr/>
        </p:nvSpPr>
        <p:spPr>
          <a:xfrm>
            <a:off x="910075" y="712750"/>
            <a:ext cx="6865200" cy="496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latin typeface="Alexandria"/>
                <a:ea typeface="Alexandria"/>
                <a:cs typeface="Alexandria"/>
                <a:sym typeface="Alexandria"/>
              </a:rPr>
              <a:t>Field Technicians &amp; Site Engineers</a:t>
            </a:r>
            <a:endParaRPr b="1" sz="1200">
              <a:latin typeface="Alexandria"/>
              <a:ea typeface="Alexandria"/>
              <a:cs typeface="Alexandria"/>
              <a:sym typeface="Alexandria"/>
            </a:endParaRPr>
          </a:p>
          <a:p>
            <a:pPr indent="-298450" lvl="0" marL="457200" rtl="0" algn="l">
              <a:lnSpc>
                <a:spcPct val="115000"/>
              </a:lnSpc>
              <a:spcBef>
                <a:spcPts val="1200"/>
              </a:spcBef>
              <a:spcAft>
                <a:spcPts val="0"/>
              </a:spcAft>
              <a:buSzPts val="1100"/>
              <a:buFont typeface="Alexandria"/>
              <a:buChar char="●"/>
            </a:pPr>
            <a:r>
              <a:rPr lang="en" sz="1100">
                <a:latin typeface="Alexandria"/>
                <a:ea typeface="Alexandria"/>
                <a:cs typeface="Alexandria"/>
                <a:sym typeface="Alexandria"/>
              </a:rPr>
              <a:t>Rapid fault localization reduces manual patrolling and hazardous exposure</a:t>
            </a:r>
            <a:br>
              <a:rPr lang="en" sz="1100">
                <a:latin typeface="Alexandria"/>
                <a:ea typeface="Alexandria"/>
                <a:cs typeface="Alexandria"/>
                <a:sym typeface="Alexandria"/>
              </a:rPr>
            </a:br>
            <a:endParaRPr sz="1100">
              <a:latin typeface="Alexandria"/>
              <a:ea typeface="Alexandria"/>
              <a:cs typeface="Alexandria"/>
              <a:sym typeface="Alexandria"/>
            </a:endParaRPr>
          </a:p>
          <a:p>
            <a:pPr indent="-298450" lvl="0" marL="457200" rtl="0" algn="l">
              <a:lnSpc>
                <a:spcPct val="115000"/>
              </a:lnSpc>
              <a:spcBef>
                <a:spcPts val="0"/>
              </a:spcBef>
              <a:spcAft>
                <a:spcPts val="0"/>
              </a:spcAft>
              <a:buSzPts val="1100"/>
              <a:buFont typeface="Alexandria"/>
              <a:buChar char="●"/>
            </a:pPr>
            <a:r>
              <a:rPr lang="en" sz="1100">
                <a:latin typeface="Alexandria"/>
                <a:ea typeface="Alexandria"/>
                <a:cs typeface="Alexandria"/>
                <a:sym typeface="Alexandria"/>
              </a:rPr>
              <a:t>Remote fault information improves response time and maintenance safety</a:t>
            </a:r>
            <a:endParaRPr sz="1100">
              <a:latin typeface="Alexandria"/>
              <a:ea typeface="Alexandria"/>
              <a:cs typeface="Alexandria"/>
              <a:sym typeface="Alexandria"/>
            </a:endParaRPr>
          </a:p>
          <a:p>
            <a:pPr indent="0" lvl="0" marL="0" rtl="0" algn="l">
              <a:lnSpc>
                <a:spcPct val="115000"/>
              </a:lnSpc>
              <a:spcBef>
                <a:spcPts val="1200"/>
              </a:spcBef>
              <a:spcAft>
                <a:spcPts val="0"/>
              </a:spcAft>
              <a:buNone/>
            </a:pPr>
            <a:r>
              <a:rPr b="1" lang="en" sz="1200">
                <a:latin typeface="Alexandria"/>
                <a:ea typeface="Alexandria"/>
                <a:cs typeface="Alexandria"/>
                <a:sym typeface="Alexandria"/>
              </a:rPr>
              <a:t>Power Distribution Companies &amp; Utilities</a:t>
            </a:r>
            <a:endParaRPr b="1" sz="1200">
              <a:latin typeface="Alexandria"/>
              <a:ea typeface="Alexandria"/>
              <a:cs typeface="Alexandria"/>
              <a:sym typeface="Alexandria"/>
            </a:endParaRPr>
          </a:p>
          <a:p>
            <a:pPr indent="-298450" lvl="0" marL="457200" rtl="0" algn="l">
              <a:lnSpc>
                <a:spcPct val="115000"/>
              </a:lnSpc>
              <a:spcBef>
                <a:spcPts val="1200"/>
              </a:spcBef>
              <a:spcAft>
                <a:spcPts val="0"/>
              </a:spcAft>
              <a:buSzPts val="1100"/>
              <a:buFont typeface="Alexandria"/>
              <a:buChar char="●"/>
            </a:pPr>
            <a:r>
              <a:rPr lang="en" sz="1100">
                <a:latin typeface="Alexandria"/>
                <a:ea typeface="Alexandria"/>
                <a:cs typeface="Alexandria"/>
                <a:sym typeface="Alexandria"/>
              </a:rPr>
              <a:t>Faster fault detection shortens outages and improves service reliability</a:t>
            </a:r>
            <a:br>
              <a:rPr lang="en" sz="1100">
                <a:latin typeface="Alexandria"/>
                <a:ea typeface="Alexandria"/>
                <a:cs typeface="Alexandria"/>
                <a:sym typeface="Alexandria"/>
              </a:rPr>
            </a:br>
            <a:endParaRPr sz="1100">
              <a:latin typeface="Alexandria"/>
              <a:ea typeface="Alexandria"/>
              <a:cs typeface="Alexandria"/>
              <a:sym typeface="Alexandria"/>
            </a:endParaRPr>
          </a:p>
          <a:p>
            <a:pPr indent="-298450" lvl="0" marL="457200" rtl="0" algn="l">
              <a:lnSpc>
                <a:spcPct val="115000"/>
              </a:lnSpc>
              <a:spcBef>
                <a:spcPts val="0"/>
              </a:spcBef>
              <a:spcAft>
                <a:spcPts val="0"/>
              </a:spcAft>
              <a:buSzPts val="1100"/>
              <a:buFont typeface="Alexandria"/>
              <a:buChar char="●"/>
            </a:pPr>
            <a:r>
              <a:rPr lang="en" sz="1100">
                <a:latin typeface="Alexandria"/>
                <a:ea typeface="Alexandria"/>
                <a:cs typeface="Alexandria"/>
                <a:sym typeface="Alexandria"/>
              </a:rPr>
              <a:t>Optimized manpower use and reduced maintenance costs</a:t>
            </a:r>
            <a:endParaRPr sz="1100">
              <a:latin typeface="Alexandria"/>
              <a:ea typeface="Alexandria"/>
              <a:cs typeface="Alexandria"/>
              <a:sym typeface="Alexandria"/>
            </a:endParaRPr>
          </a:p>
          <a:p>
            <a:pPr indent="0" lvl="0" marL="0" rtl="0" algn="l">
              <a:lnSpc>
                <a:spcPct val="115000"/>
              </a:lnSpc>
              <a:spcBef>
                <a:spcPts val="1200"/>
              </a:spcBef>
              <a:spcAft>
                <a:spcPts val="0"/>
              </a:spcAft>
              <a:buNone/>
            </a:pPr>
            <a:r>
              <a:rPr b="1" lang="en" sz="1200">
                <a:latin typeface="Alexandria"/>
                <a:ea typeface="Alexandria"/>
                <a:cs typeface="Alexandria"/>
                <a:sym typeface="Alexandria"/>
              </a:rPr>
              <a:t>National Grid Management &amp; System Operators</a:t>
            </a:r>
            <a:endParaRPr b="1" sz="1200">
              <a:latin typeface="Alexandria"/>
              <a:ea typeface="Alexandria"/>
              <a:cs typeface="Alexandria"/>
              <a:sym typeface="Alexandria"/>
            </a:endParaRPr>
          </a:p>
          <a:p>
            <a:pPr indent="-298450" lvl="0" marL="457200" rtl="0" algn="l">
              <a:lnSpc>
                <a:spcPct val="115000"/>
              </a:lnSpc>
              <a:spcBef>
                <a:spcPts val="1200"/>
              </a:spcBef>
              <a:spcAft>
                <a:spcPts val="0"/>
              </a:spcAft>
              <a:buSzPts val="1100"/>
              <a:buFont typeface="Alexandria"/>
              <a:buChar char="●"/>
            </a:pPr>
            <a:r>
              <a:rPr lang="en" sz="1100">
                <a:latin typeface="Alexandria"/>
                <a:ea typeface="Alexandria"/>
                <a:cs typeface="Alexandria"/>
                <a:sym typeface="Alexandria"/>
              </a:rPr>
              <a:t>Improved situational awareness enhances grid reliability and resilience</a:t>
            </a:r>
            <a:br>
              <a:rPr lang="en" sz="1100">
                <a:latin typeface="Alexandria"/>
                <a:ea typeface="Alexandria"/>
                <a:cs typeface="Alexandria"/>
                <a:sym typeface="Alexandria"/>
              </a:rPr>
            </a:br>
            <a:endParaRPr sz="1100">
              <a:latin typeface="Alexandria"/>
              <a:ea typeface="Alexandria"/>
              <a:cs typeface="Alexandria"/>
              <a:sym typeface="Alexandria"/>
            </a:endParaRPr>
          </a:p>
          <a:p>
            <a:pPr indent="-298450" lvl="0" marL="457200" rtl="0" algn="l">
              <a:lnSpc>
                <a:spcPct val="115000"/>
              </a:lnSpc>
              <a:spcBef>
                <a:spcPts val="0"/>
              </a:spcBef>
              <a:spcAft>
                <a:spcPts val="0"/>
              </a:spcAft>
              <a:buSzPts val="1100"/>
              <a:buFont typeface="Alexandria"/>
              <a:buChar char="●"/>
            </a:pPr>
            <a:r>
              <a:rPr lang="en" sz="1100">
                <a:latin typeface="Alexandria"/>
                <a:ea typeface="Alexandria"/>
                <a:cs typeface="Alexandria"/>
                <a:sym typeface="Alexandria"/>
              </a:rPr>
              <a:t>Early fault detection prevents cascading system failures</a:t>
            </a:r>
            <a:endParaRPr sz="1100">
              <a:latin typeface="Alexandria"/>
              <a:ea typeface="Alexandria"/>
              <a:cs typeface="Alexandria"/>
              <a:sym typeface="Alexandria"/>
            </a:endParaRPr>
          </a:p>
          <a:p>
            <a:pPr indent="0" lvl="0" marL="0" rtl="0" algn="l">
              <a:lnSpc>
                <a:spcPct val="115000"/>
              </a:lnSpc>
              <a:spcBef>
                <a:spcPts val="1200"/>
              </a:spcBef>
              <a:spcAft>
                <a:spcPts val="0"/>
              </a:spcAft>
              <a:buNone/>
            </a:pPr>
            <a:r>
              <a:rPr b="1" lang="en" sz="1200">
                <a:latin typeface="Alexandria"/>
                <a:ea typeface="Alexandria"/>
                <a:cs typeface="Alexandria"/>
                <a:sym typeface="Alexandria"/>
              </a:rPr>
              <a:t>Users &amp; Society</a:t>
            </a:r>
            <a:endParaRPr b="1" sz="1200">
              <a:latin typeface="Alexandria"/>
              <a:ea typeface="Alexandria"/>
              <a:cs typeface="Alexandria"/>
              <a:sym typeface="Alexandria"/>
            </a:endParaRPr>
          </a:p>
          <a:p>
            <a:pPr indent="-298450" lvl="0" marL="457200" rtl="0" algn="l">
              <a:lnSpc>
                <a:spcPct val="115000"/>
              </a:lnSpc>
              <a:spcBef>
                <a:spcPts val="1200"/>
              </a:spcBef>
              <a:spcAft>
                <a:spcPts val="0"/>
              </a:spcAft>
              <a:buSzPts val="1100"/>
              <a:buFont typeface="Alexandria"/>
              <a:buChar char="●"/>
            </a:pPr>
            <a:r>
              <a:rPr lang="en" sz="1100">
                <a:latin typeface="Alexandria"/>
                <a:ea typeface="Alexandria"/>
                <a:cs typeface="Alexandria"/>
                <a:sym typeface="Alexandria"/>
              </a:rPr>
              <a:t>Reduced outages ensure reliable power for essential services</a:t>
            </a:r>
            <a:br>
              <a:rPr lang="en" sz="1100">
                <a:latin typeface="Alexandria"/>
                <a:ea typeface="Alexandria"/>
                <a:cs typeface="Alexandria"/>
                <a:sym typeface="Alexandria"/>
              </a:rPr>
            </a:br>
            <a:endParaRPr sz="1100">
              <a:latin typeface="Alexandria"/>
              <a:ea typeface="Alexandria"/>
              <a:cs typeface="Alexandria"/>
              <a:sym typeface="Alexandria"/>
            </a:endParaRPr>
          </a:p>
          <a:p>
            <a:pPr indent="-298450" lvl="0" marL="457200" rtl="0" algn="l">
              <a:lnSpc>
                <a:spcPct val="115000"/>
              </a:lnSpc>
              <a:spcBef>
                <a:spcPts val="0"/>
              </a:spcBef>
              <a:spcAft>
                <a:spcPts val="0"/>
              </a:spcAft>
              <a:buSzPts val="1100"/>
              <a:buFont typeface="Alexandria"/>
              <a:buChar char="●"/>
            </a:pPr>
            <a:r>
              <a:rPr lang="en" sz="1100">
                <a:latin typeface="Alexandria"/>
                <a:ea typeface="Alexandria"/>
                <a:cs typeface="Alexandria"/>
                <a:sym typeface="Alexandria"/>
              </a:rPr>
              <a:t>Improved electricity reliability supports economic and social activities</a:t>
            </a:r>
            <a:br>
              <a:rPr lang="en" sz="1100">
                <a:latin typeface="Alexandria"/>
                <a:ea typeface="Alexandria"/>
                <a:cs typeface="Alexandria"/>
                <a:sym typeface="Alexandria"/>
              </a:rPr>
            </a:br>
            <a:endParaRPr sz="1100">
              <a:latin typeface="Alexandria"/>
              <a:ea typeface="Alexandria"/>
              <a:cs typeface="Alexandria"/>
              <a:sym typeface="Alexandria"/>
            </a:endParaRPr>
          </a:p>
          <a:p>
            <a:pPr indent="0" lvl="0" marL="0" rtl="0" algn="l">
              <a:lnSpc>
                <a:spcPct val="115000"/>
              </a:lnSpc>
              <a:spcBef>
                <a:spcPts val="1200"/>
              </a:spcBef>
              <a:spcAft>
                <a:spcPts val="1200"/>
              </a:spcAft>
              <a:buNone/>
            </a:pPr>
            <a:r>
              <a:t/>
            </a:r>
            <a:endParaRPr sz="1100">
              <a:latin typeface="Alexandria"/>
              <a:ea typeface="Alexandria"/>
              <a:cs typeface="Alexandria"/>
              <a:sym typeface="Alexandri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5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71" name="Google Shape;671;p59" title="Fault Location Using Fault Passage Indicators (FPIs) - visual selection (8).png"/>
          <p:cNvPicPr preferRelativeResize="0"/>
          <p:nvPr/>
        </p:nvPicPr>
        <p:blipFill rotWithShape="1">
          <a:blip r:embed="rId3">
            <a:alphaModFix/>
          </a:blip>
          <a:srcRect b="6057" l="0" r="0" t="12189"/>
          <a:stretch/>
        </p:blipFill>
        <p:spPr>
          <a:xfrm>
            <a:off x="1168500" y="547125"/>
            <a:ext cx="7200676" cy="4596325"/>
          </a:xfrm>
          <a:prstGeom prst="rect">
            <a:avLst/>
          </a:prstGeom>
          <a:noFill/>
          <a:ln>
            <a:noFill/>
          </a:ln>
        </p:spPr>
      </p:pic>
      <p:sp>
        <p:nvSpPr>
          <p:cNvPr id="672" name="Google Shape;672;p59"/>
          <p:cNvSpPr txBox="1"/>
          <p:nvPr>
            <p:ph type="title"/>
          </p:nvPr>
        </p:nvSpPr>
        <p:spPr>
          <a:xfrm>
            <a:off x="111025" y="92700"/>
            <a:ext cx="6726000" cy="617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lang="en" sz="2400">
                <a:solidFill>
                  <a:srgbClr val="000000"/>
                </a:solidFill>
              </a:rPr>
              <a:t>Sustainable Development Goals (SDGs)</a:t>
            </a:r>
            <a:endParaRPr sz="2400">
              <a:solidFill>
                <a:srgbClr val="00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60"/>
          <p:cNvSpPr txBox="1"/>
          <p:nvPr>
            <p:ph type="title"/>
          </p:nvPr>
        </p:nvSpPr>
        <p:spPr>
          <a:xfrm>
            <a:off x="-889526" y="123975"/>
            <a:ext cx="4443300" cy="617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800"/>
              <a:buNone/>
            </a:pPr>
            <a:r>
              <a:rPr lang="en" sz="2400">
                <a:solidFill>
                  <a:srgbClr val="000000"/>
                </a:solidFill>
              </a:rPr>
              <a:t>Spider Charts</a:t>
            </a:r>
            <a:endParaRPr sz="2400">
              <a:solidFill>
                <a:srgbClr val="000000"/>
              </a:solidFill>
            </a:endParaRPr>
          </a:p>
        </p:txBody>
      </p:sp>
      <p:pic>
        <p:nvPicPr>
          <p:cNvPr id="678" name="Google Shape;678;p60" title="598185124_865008883132550_8329323318555546531_n.png"/>
          <p:cNvPicPr preferRelativeResize="0"/>
          <p:nvPr/>
        </p:nvPicPr>
        <p:blipFill>
          <a:blip r:embed="rId3">
            <a:alphaModFix/>
          </a:blip>
          <a:stretch>
            <a:fillRect/>
          </a:stretch>
        </p:blipFill>
        <p:spPr>
          <a:xfrm>
            <a:off x="1782525" y="741375"/>
            <a:ext cx="5311699" cy="3856775"/>
          </a:xfrm>
          <a:prstGeom prst="rect">
            <a:avLst/>
          </a:prstGeom>
          <a:noFill/>
          <a:ln>
            <a:noFill/>
          </a:ln>
        </p:spPr>
      </p:pic>
      <p:sp>
        <p:nvSpPr>
          <p:cNvPr id="679" name="Google Shape;679;p6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0" name="Google Shape;680;p60"/>
          <p:cNvSpPr txBox="1"/>
          <p:nvPr/>
        </p:nvSpPr>
        <p:spPr>
          <a:xfrm>
            <a:off x="1718625" y="4690625"/>
            <a:ext cx="5385000" cy="33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Open Sans"/>
                <a:ea typeface="Open Sans"/>
                <a:cs typeface="Open Sans"/>
                <a:sym typeface="Open Sans"/>
              </a:rPr>
              <a:t>Figure 7: Spider Chart of the system with and without FPI</a:t>
            </a:r>
            <a:endParaRPr>
              <a:latin typeface="Sofia Sans"/>
              <a:ea typeface="Sofia Sans"/>
              <a:cs typeface="Sofia Sans"/>
              <a:sym typeface="Sofia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6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6" name="Google Shape;686;p61"/>
          <p:cNvSpPr txBox="1"/>
          <p:nvPr/>
        </p:nvSpPr>
        <p:spPr>
          <a:xfrm>
            <a:off x="659600" y="299875"/>
            <a:ext cx="7563900" cy="116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Epilogue"/>
                <a:ea typeface="Epilogue"/>
                <a:cs typeface="Epilogue"/>
                <a:sym typeface="Epilogue"/>
              </a:rPr>
              <a:t>SWOT Analysis</a:t>
            </a:r>
            <a:endParaRPr b="1" sz="2400">
              <a:latin typeface="Epilogue"/>
              <a:ea typeface="Epilogue"/>
              <a:cs typeface="Epilogue"/>
              <a:sym typeface="Epilogue"/>
            </a:endParaRPr>
          </a:p>
        </p:txBody>
      </p:sp>
      <p:sp>
        <p:nvSpPr>
          <p:cNvPr id="687" name="Google Shape;687;p61"/>
          <p:cNvSpPr txBox="1"/>
          <p:nvPr/>
        </p:nvSpPr>
        <p:spPr>
          <a:xfrm>
            <a:off x="927275" y="1462375"/>
            <a:ext cx="7563900" cy="296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ofia Sans"/>
              <a:ea typeface="Sofia Sans"/>
              <a:cs typeface="Sofia Sans"/>
              <a:sym typeface="Sofia Sans"/>
            </a:endParaRPr>
          </a:p>
        </p:txBody>
      </p:sp>
      <p:pic>
        <p:nvPicPr>
          <p:cNvPr id="688" name="Google Shape;688;p61"/>
          <p:cNvPicPr preferRelativeResize="0"/>
          <p:nvPr/>
        </p:nvPicPr>
        <p:blipFill>
          <a:blip r:embed="rId3">
            <a:alphaModFix/>
          </a:blip>
          <a:stretch>
            <a:fillRect/>
          </a:stretch>
        </p:blipFill>
        <p:spPr>
          <a:xfrm>
            <a:off x="927275" y="751000"/>
            <a:ext cx="7735450" cy="4062649"/>
          </a:xfrm>
          <a:prstGeom prst="rect">
            <a:avLst/>
          </a:prstGeom>
          <a:noFill/>
          <a:ln>
            <a:noFill/>
          </a:ln>
        </p:spPr>
      </p:pic>
      <p:sp>
        <p:nvSpPr>
          <p:cNvPr id="689" name="Google Shape;689;p61"/>
          <p:cNvSpPr txBox="1"/>
          <p:nvPr/>
        </p:nvSpPr>
        <p:spPr>
          <a:xfrm>
            <a:off x="3287650" y="4749850"/>
            <a:ext cx="68241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Open Sans"/>
                <a:ea typeface="Open Sans"/>
                <a:cs typeface="Open Sans"/>
                <a:sym typeface="Open Sans"/>
              </a:rPr>
              <a:t>Figure 8: SWOT Analysis</a:t>
            </a:r>
            <a:endParaRPr>
              <a:latin typeface="Sofia Sans"/>
              <a:ea typeface="Sofia Sans"/>
              <a:cs typeface="Sofia Sans"/>
              <a:sym typeface="Sofia Sans"/>
            </a:endParaRPr>
          </a:p>
          <a:p>
            <a:pPr indent="0" lvl="0" marL="0" rtl="0" algn="l">
              <a:spcBef>
                <a:spcPts val="0"/>
              </a:spcBef>
              <a:spcAft>
                <a:spcPts val="0"/>
              </a:spcAft>
              <a:buNone/>
            </a:pPr>
            <a:r>
              <a:t/>
            </a:r>
            <a:endParaRPr>
              <a:solidFill>
                <a:schemeClr val="dk1"/>
              </a:solidFill>
              <a:latin typeface="Sofia Sans"/>
              <a:ea typeface="Sofia Sans"/>
              <a:cs typeface="Sofia Sans"/>
              <a:sym typeface="Sofia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62"/>
          <p:cNvSpPr txBox="1"/>
          <p:nvPr>
            <p:ph type="title"/>
          </p:nvPr>
        </p:nvSpPr>
        <p:spPr>
          <a:xfrm>
            <a:off x="577875" y="0"/>
            <a:ext cx="5125500" cy="85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000000"/>
                </a:solidFill>
              </a:rPr>
              <a:t>Ethical Considerations</a:t>
            </a:r>
            <a:endParaRPr sz="2400">
              <a:solidFill>
                <a:srgbClr val="000000"/>
              </a:solidFill>
            </a:endParaRPr>
          </a:p>
        </p:txBody>
      </p:sp>
      <p:sp>
        <p:nvSpPr>
          <p:cNvPr id="695" name="Google Shape;695;p6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6" name="Google Shape;696;p62"/>
          <p:cNvSpPr txBox="1"/>
          <p:nvPr/>
        </p:nvSpPr>
        <p:spPr>
          <a:xfrm>
            <a:off x="577875" y="557400"/>
            <a:ext cx="8654400" cy="521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latin typeface="Alexandria"/>
                <a:ea typeface="Alexandria"/>
                <a:cs typeface="Alexandria"/>
                <a:sym typeface="Alexandria"/>
              </a:rPr>
              <a:t>Reliability &amp; Accuracy of Fault Detection</a:t>
            </a:r>
            <a:endParaRPr b="1" sz="1200">
              <a:latin typeface="Alexandria"/>
              <a:ea typeface="Alexandria"/>
              <a:cs typeface="Alexandria"/>
              <a:sym typeface="Alexandria"/>
            </a:endParaRPr>
          </a:p>
          <a:p>
            <a:pPr indent="-304800" lvl="0" marL="457200" rtl="0" algn="l">
              <a:lnSpc>
                <a:spcPct val="115000"/>
              </a:lnSpc>
              <a:spcBef>
                <a:spcPts val="1200"/>
              </a:spcBef>
              <a:spcAft>
                <a:spcPts val="0"/>
              </a:spcAft>
              <a:buSzPts val="1200"/>
              <a:buFont typeface="Alexandria"/>
              <a:buChar char="●"/>
            </a:pPr>
            <a:r>
              <a:rPr lang="en" sz="1200">
                <a:latin typeface="Alexandria"/>
                <a:ea typeface="Alexandria"/>
                <a:cs typeface="Alexandria"/>
                <a:sym typeface="Alexandria"/>
              </a:rPr>
              <a:t>Ensures accurate fault identification to prevent outages, equipment damage, and safety risks</a:t>
            </a:r>
            <a:br>
              <a:rPr lang="en" sz="1200">
                <a:latin typeface="Alexandria"/>
                <a:ea typeface="Alexandria"/>
                <a:cs typeface="Alexandria"/>
                <a:sym typeface="Alexandria"/>
              </a:rPr>
            </a:br>
            <a:endParaRPr sz="1200">
              <a:latin typeface="Alexandria"/>
              <a:ea typeface="Alexandria"/>
              <a:cs typeface="Alexandria"/>
              <a:sym typeface="Alexandria"/>
            </a:endParaRPr>
          </a:p>
          <a:p>
            <a:pPr indent="-304800" lvl="0" marL="457200" rtl="0" algn="l">
              <a:lnSpc>
                <a:spcPct val="115000"/>
              </a:lnSpc>
              <a:spcBef>
                <a:spcPts val="0"/>
              </a:spcBef>
              <a:spcAft>
                <a:spcPts val="0"/>
              </a:spcAft>
              <a:buSzPts val="1200"/>
              <a:buChar char="●"/>
            </a:pPr>
            <a:r>
              <a:rPr lang="en" sz="1200">
                <a:latin typeface="Alexandria"/>
                <a:ea typeface="Alexandria"/>
                <a:cs typeface="Alexandria"/>
                <a:sym typeface="Alexandria"/>
              </a:rPr>
              <a:t>Designed and validated according to </a:t>
            </a:r>
            <a:r>
              <a:rPr b="1" lang="en" sz="1200">
                <a:latin typeface="Alexandria"/>
                <a:ea typeface="Alexandria"/>
                <a:cs typeface="Alexandria"/>
                <a:sym typeface="Alexandria"/>
              </a:rPr>
              <a:t>IEEE C37.113</a:t>
            </a:r>
            <a:r>
              <a:rPr lang="en" sz="1200">
                <a:latin typeface="Alexandria"/>
                <a:ea typeface="Alexandria"/>
                <a:cs typeface="Alexandria"/>
                <a:sym typeface="Alexandria"/>
              </a:rPr>
              <a:t> and </a:t>
            </a:r>
            <a:r>
              <a:rPr b="1" lang="en" sz="1200">
                <a:latin typeface="Alexandria"/>
                <a:ea typeface="Alexandria"/>
                <a:cs typeface="Alexandria"/>
                <a:sym typeface="Alexandria"/>
              </a:rPr>
              <a:t>IEEE Std 519</a:t>
            </a:r>
            <a:r>
              <a:rPr lang="en" sz="1200">
                <a:latin typeface="Alexandria"/>
                <a:ea typeface="Alexandria"/>
                <a:cs typeface="Alexandria"/>
                <a:sym typeface="Alexandria"/>
              </a:rPr>
              <a:t> standards</a:t>
            </a:r>
            <a:endParaRPr sz="1200">
              <a:latin typeface="Alexandria"/>
              <a:ea typeface="Alexandria"/>
              <a:cs typeface="Alexandria"/>
              <a:sym typeface="Alexandria"/>
            </a:endParaRPr>
          </a:p>
          <a:p>
            <a:pPr indent="0" lvl="0" marL="0" rtl="0" algn="l">
              <a:lnSpc>
                <a:spcPct val="115000"/>
              </a:lnSpc>
              <a:spcBef>
                <a:spcPts val="1200"/>
              </a:spcBef>
              <a:spcAft>
                <a:spcPts val="0"/>
              </a:spcAft>
              <a:buNone/>
            </a:pPr>
            <a:r>
              <a:rPr b="1" lang="en" sz="1200">
                <a:latin typeface="Alexandria"/>
                <a:ea typeface="Alexandria"/>
                <a:cs typeface="Alexandria"/>
                <a:sym typeface="Alexandria"/>
              </a:rPr>
              <a:t>Data Integrity, Confidentiality &amp; Secure Communication</a:t>
            </a:r>
            <a:endParaRPr b="1" sz="1200">
              <a:latin typeface="Alexandria"/>
              <a:ea typeface="Alexandria"/>
              <a:cs typeface="Alexandria"/>
              <a:sym typeface="Alexandria"/>
            </a:endParaRPr>
          </a:p>
          <a:p>
            <a:pPr indent="-304800" lvl="0" marL="457200" rtl="0" algn="l">
              <a:lnSpc>
                <a:spcPct val="115000"/>
              </a:lnSpc>
              <a:spcBef>
                <a:spcPts val="1200"/>
              </a:spcBef>
              <a:spcAft>
                <a:spcPts val="0"/>
              </a:spcAft>
              <a:buSzPts val="1200"/>
              <a:buFont typeface="Alexandria"/>
              <a:buChar char="●"/>
            </a:pPr>
            <a:r>
              <a:rPr lang="en" sz="1200">
                <a:latin typeface="Alexandria"/>
                <a:ea typeface="Alexandria"/>
                <a:cs typeface="Alexandria"/>
                <a:sym typeface="Alexandria"/>
              </a:rPr>
              <a:t>Protects fault data from unauthorized access, tampering, or misuse</a:t>
            </a:r>
            <a:br>
              <a:rPr lang="en" sz="1200">
                <a:latin typeface="Alexandria"/>
                <a:ea typeface="Alexandria"/>
                <a:cs typeface="Alexandria"/>
                <a:sym typeface="Alexandria"/>
              </a:rPr>
            </a:br>
            <a:endParaRPr sz="1200">
              <a:latin typeface="Alexandria"/>
              <a:ea typeface="Alexandria"/>
              <a:cs typeface="Alexandria"/>
              <a:sym typeface="Alexandria"/>
            </a:endParaRPr>
          </a:p>
          <a:p>
            <a:pPr indent="-304800" lvl="0" marL="457200" rtl="0" algn="l">
              <a:lnSpc>
                <a:spcPct val="115000"/>
              </a:lnSpc>
              <a:spcBef>
                <a:spcPts val="0"/>
              </a:spcBef>
              <a:spcAft>
                <a:spcPts val="0"/>
              </a:spcAft>
              <a:buSzPts val="1200"/>
              <a:buChar char="●"/>
            </a:pPr>
            <a:r>
              <a:rPr lang="en" sz="1200">
                <a:latin typeface="Alexandria"/>
                <a:ea typeface="Alexandria"/>
                <a:cs typeface="Alexandria"/>
                <a:sym typeface="Alexandria"/>
              </a:rPr>
              <a:t>Secure communication and access control following </a:t>
            </a:r>
            <a:r>
              <a:rPr b="1" lang="en" sz="1200">
                <a:latin typeface="Alexandria"/>
                <a:ea typeface="Alexandria"/>
                <a:cs typeface="Alexandria"/>
                <a:sym typeface="Alexandria"/>
              </a:rPr>
              <a:t>IEEE Std 1686</a:t>
            </a:r>
            <a:r>
              <a:rPr lang="en" sz="1200">
                <a:latin typeface="Alexandria"/>
                <a:ea typeface="Alexandria"/>
                <a:cs typeface="Alexandria"/>
                <a:sym typeface="Alexandria"/>
              </a:rPr>
              <a:t> and </a:t>
            </a:r>
            <a:r>
              <a:rPr b="1" lang="en" sz="1200">
                <a:latin typeface="Alexandria"/>
                <a:ea typeface="Alexandria"/>
                <a:cs typeface="Alexandria"/>
                <a:sym typeface="Alexandria"/>
              </a:rPr>
              <a:t>IEEE 802.1X</a:t>
            </a:r>
            <a:endParaRPr b="1" sz="1200">
              <a:latin typeface="Alexandria"/>
              <a:ea typeface="Alexandria"/>
              <a:cs typeface="Alexandria"/>
              <a:sym typeface="Alexandria"/>
            </a:endParaRPr>
          </a:p>
          <a:p>
            <a:pPr indent="0" lvl="0" marL="0" rtl="0" algn="l">
              <a:lnSpc>
                <a:spcPct val="115000"/>
              </a:lnSpc>
              <a:spcBef>
                <a:spcPts val="1200"/>
              </a:spcBef>
              <a:spcAft>
                <a:spcPts val="0"/>
              </a:spcAft>
              <a:buNone/>
            </a:pPr>
            <a:r>
              <a:rPr b="1" lang="en" sz="1200">
                <a:latin typeface="Alexandria"/>
                <a:ea typeface="Alexandria"/>
                <a:cs typeface="Alexandria"/>
                <a:sym typeface="Alexandria"/>
              </a:rPr>
              <a:t>Workforce Safety &amp; Responsibility</a:t>
            </a:r>
            <a:endParaRPr b="1" sz="1200">
              <a:latin typeface="Alexandria"/>
              <a:ea typeface="Alexandria"/>
              <a:cs typeface="Alexandria"/>
              <a:sym typeface="Alexandria"/>
            </a:endParaRPr>
          </a:p>
          <a:p>
            <a:pPr indent="-304800" lvl="0" marL="457200" rtl="0" algn="l">
              <a:lnSpc>
                <a:spcPct val="115000"/>
              </a:lnSpc>
              <a:spcBef>
                <a:spcPts val="1200"/>
              </a:spcBef>
              <a:spcAft>
                <a:spcPts val="0"/>
              </a:spcAft>
              <a:buSzPts val="1200"/>
              <a:buFont typeface="Alexandria"/>
              <a:buChar char="●"/>
            </a:pPr>
            <a:r>
              <a:rPr lang="en" sz="1200">
                <a:latin typeface="Alexandria"/>
                <a:ea typeface="Alexandria"/>
                <a:cs typeface="Alexandria"/>
                <a:sym typeface="Alexandria"/>
              </a:rPr>
              <a:t>Remote fault detection reduces exposure to hazardous working conditions</a:t>
            </a:r>
            <a:br>
              <a:rPr lang="en" sz="1200">
                <a:latin typeface="Alexandria"/>
                <a:ea typeface="Alexandria"/>
                <a:cs typeface="Alexandria"/>
                <a:sym typeface="Alexandria"/>
              </a:rPr>
            </a:br>
            <a:endParaRPr sz="1200">
              <a:latin typeface="Alexandria"/>
              <a:ea typeface="Alexandria"/>
              <a:cs typeface="Alexandria"/>
              <a:sym typeface="Alexandria"/>
            </a:endParaRPr>
          </a:p>
          <a:p>
            <a:pPr indent="-304800" lvl="0" marL="457200" rtl="0" algn="l">
              <a:lnSpc>
                <a:spcPct val="115000"/>
              </a:lnSpc>
              <a:spcBef>
                <a:spcPts val="0"/>
              </a:spcBef>
              <a:spcAft>
                <a:spcPts val="0"/>
              </a:spcAft>
              <a:buSzPts val="1200"/>
              <a:buChar char="●"/>
            </a:pPr>
            <a:r>
              <a:rPr lang="en" sz="1200">
                <a:latin typeface="Alexandria"/>
                <a:ea typeface="Alexandria"/>
                <a:cs typeface="Alexandria"/>
                <a:sym typeface="Alexandria"/>
              </a:rPr>
              <a:t>Supports safe work practices aligned with </a:t>
            </a:r>
            <a:r>
              <a:rPr b="1" lang="en" sz="1200">
                <a:latin typeface="Alexandria"/>
                <a:ea typeface="Alexandria"/>
                <a:cs typeface="Alexandria"/>
                <a:sym typeface="Alexandria"/>
              </a:rPr>
              <a:t>IEEE 1584</a:t>
            </a:r>
            <a:r>
              <a:rPr lang="en" sz="1200">
                <a:latin typeface="Alexandria"/>
                <a:ea typeface="Alexandria"/>
                <a:cs typeface="Alexandria"/>
                <a:sym typeface="Alexandria"/>
              </a:rPr>
              <a:t> arc-flash safety guidelines</a:t>
            </a:r>
            <a:endParaRPr sz="1200">
              <a:latin typeface="Alexandria"/>
              <a:ea typeface="Alexandria"/>
              <a:cs typeface="Alexandria"/>
              <a:sym typeface="Alexandria"/>
            </a:endParaRPr>
          </a:p>
          <a:p>
            <a:pPr indent="0" lvl="0" marL="0" rtl="0" algn="l">
              <a:lnSpc>
                <a:spcPct val="115000"/>
              </a:lnSpc>
              <a:spcBef>
                <a:spcPts val="1200"/>
              </a:spcBef>
              <a:spcAft>
                <a:spcPts val="0"/>
              </a:spcAft>
              <a:buNone/>
            </a:pPr>
            <a:r>
              <a:rPr b="1" lang="en" sz="1200">
                <a:latin typeface="Alexandria"/>
                <a:ea typeface="Alexandria"/>
                <a:cs typeface="Alexandria"/>
                <a:sym typeface="Alexandria"/>
              </a:rPr>
              <a:t>Ethical Engineering Practice &amp; Standards Compliance</a:t>
            </a:r>
            <a:endParaRPr b="1" sz="1200">
              <a:latin typeface="Alexandria"/>
              <a:ea typeface="Alexandria"/>
              <a:cs typeface="Alexandria"/>
              <a:sym typeface="Alexandria"/>
            </a:endParaRPr>
          </a:p>
          <a:p>
            <a:pPr indent="-304800" lvl="0" marL="457200" rtl="0" algn="l">
              <a:lnSpc>
                <a:spcPct val="115000"/>
              </a:lnSpc>
              <a:spcBef>
                <a:spcPts val="1200"/>
              </a:spcBef>
              <a:spcAft>
                <a:spcPts val="0"/>
              </a:spcAft>
              <a:buSzPts val="1200"/>
              <a:buFont typeface="Alexandria"/>
              <a:buChar char="●"/>
            </a:pPr>
            <a:r>
              <a:rPr lang="en" sz="1200">
                <a:latin typeface="Alexandria"/>
                <a:ea typeface="Alexandria"/>
                <a:cs typeface="Alexandria"/>
                <a:sym typeface="Alexandria"/>
              </a:rPr>
              <a:t>Compliance with relevant standards ensures interoperability and responsible design</a:t>
            </a:r>
            <a:br>
              <a:rPr lang="en" sz="1200">
                <a:latin typeface="Alexandria"/>
                <a:ea typeface="Alexandria"/>
                <a:cs typeface="Alexandria"/>
                <a:sym typeface="Alexandria"/>
              </a:rPr>
            </a:br>
            <a:endParaRPr sz="1200">
              <a:latin typeface="Alexandria"/>
              <a:ea typeface="Alexandria"/>
              <a:cs typeface="Alexandria"/>
              <a:sym typeface="Alexandria"/>
            </a:endParaRPr>
          </a:p>
          <a:p>
            <a:pPr indent="-304800" lvl="0" marL="457200" rtl="0" algn="l">
              <a:lnSpc>
                <a:spcPct val="115000"/>
              </a:lnSpc>
              <a:spcBef>
                <a:spcPts val="0"/>
              </a:spcBef>
              <a:spcAft>
                <a:spcPts val="0"/>
              </a:spcAft>
              <a:buSzPts val="1200"/>
              <a:buFont typeface="Alexandria"/>
              <a:buChar char="●"/>
            </a:pPr>
            <a:r>
              <a:rPr lang="en" sz="1200">
                <a:latin typeface="Alexandria"/>
                <a:ea typeface="Alexandria"/>
                <a:cs typeface="Alexandria"/>
                <a:sym typeface="Alexandria"/>
              </a:rPr>
              <a:t>Transparent documentation promotes accountability, safety, and sustainability</a:t>
            </a:r>
            <a:endParaRPr sz="1200">
              <a:latin typeface="Alexandria"/>
              <a:ea typeface="Alexandria"/>
              <a:cs typeface="Alexandria"/>
              <a:sym typeface="Alexandria"/>
            </a:endParaRPr>
          </a:p>
          <a:p>
            <a:pPr indent="0" lvl="0" marL="0" rtl="0" algn="l">
              <a:lnSpc>
                <a:spcPct val="115000"/>
              </a:lnSpc>
              <a:spcBef>
                <a:spcPts val="1200"/>
              </a:spcBef>
              <a:spcAft>
                <a:spcPts val="1200"/>
              </a:spcAft>
              <a:buNone/>
            </a:pPr>
            <a:br>
              <a:rPr lang="en" sz="1200">
                <a:latin typeface="Alexandria"/>
                <a:ea typeface="Alexandria"/>
                <a:cs typeface="Alexandria"/>
                <a:sym typeface="Alexandria"/>
              </a:rPr>
            </a:br>
            <a:endParaRPr sz="1200">
              <a:latin typeface="Alexandria"/>
              <a:ea typeface="Alexandria"/>
              <a:cs typeface="Alexandria"/>
              <a:sym typeface="Alexandri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63"/>
          <p:cNvSpPr txBox="1"/>
          <p:nvPr>
            <p:ph type="title"/>
          </p:nvPr>
        </p:nvSpPr>
        <p:spPr>
          <a:xfrm>
            <a:off x="713225" y="0"/>
            <a:ext cx="5125500" cy="75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000000"/>
                </a:solidFill>
              </a:rPr>
              <a:t>Safety Considerations</a:t>
            </a:r>
            <a:endParaRPr sz="2400">
              <a:solidFill>
                <a:srgbClr val="000000"/>
              </a:solidFill>
            </a:endParaRPr>
          </a:p>
        </p:txBody>
      </p:sp>
      <p:sp>
        <p:nvSpPr>
          <p:cNvPr id="702" name="Google Shape;702;p6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03" name="Google Shape;703;p63"/>
          <p:cNvSpPr txBox="1"/>
          <p:nvPr/>
        </p:nvSpPr>
        <p:spPr>
          <a:xfrm>
            <a:off x="713225" y="513175"/>
            <a:ext cx="8301900" cy="499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latin typeface="Alexandria"/>
                <a:ea typeface="Alexandria"/>
                <a:cs typeface="Alexandria"/>
                <a:sym typeface="Alexandria"/>
              </a:rPr>
              <a:t>Electrical Safety</a:t>
            </a:r>
            <a:endParaRPr b="1" sz="1200">
              <a:latin typeface="Alexandria"/>
              <a:ea typeface="Alexandria"/>
              <a:cs typeface="Alexandria"/>
              <a:sym typeface="Alexandria"/>
            </a:endParaRPr>
          </a:p>
          <a:p>
            <a:pPr indent="-304800" lvl="0" marL="457200" rtl="0" algn="l">
              <a:lnSpc>
                <a:spcPct val="115000"/>
              </a:lnSpc>
              <a:spcBef>
                <a:spcPts val="1200"/>
              </a:spcBef>
              <a:spcAft>
                <a:spcPts val="0"/>
              </a:spcAft>
              <a:buSzPts val="1200"/>
              <a:buFont typeface="Alexandria"/>
              <a:buChar char="●"/>
            </a:pPr>
            <a:r>
              <a:rPr lang="en" sz="1200">
                <a:latin typeface="Alexandria"/>
                <a:ea typeface="Alexandria"/>
                <a:cs typeface="Alexandria"/>
                <a:sym typeface="Alexandria"/>
              </a:rPr>
              <a:t>Proper insulation, grounding, and isolation from high-voltage lines</a:t>
            </a:r>
            <a:br>
              <a:rPr lang="en" sz="1200">
                <a:latin typeface="Alexandria"/>
                <a:ea typeface="Alexandria"/>
                <a:cs typeface="Alexandria"/>
                <a:sym typeface="Alexandria"/>
              </a:rPr>
            </a:br>
            <a:endParaRPr sz="1200">
              <a:latin typeface="Alexandria"/>
              <a:ea typeface="Alexandria"/>
              <a:cs typeface="Alexandria"/>
              <a:sym typeface="Alexandria"/>
            </a:endParaRPr>
          </a:p>
          <a:p>
            <a:pPr indent="-304800" lvl="0" marL="457200" rtl="0" algn="l">
              <a:lnSpc>
                <a:spcPct val="115000"/>
              </a:lnSpc>
              <a:spcBef>
                <a:spcPts val="0"/>
              </a:spcBef>
              <a:spcAft>
                <a:spcPts val="0"/>
              </a:spcAft>
              <a:buSzPts val="1200"/>
              <a:buFont typeface="Alexandria"/>
              <a:buChar char="●"/>
            </a:pPr>
            <a:r>
              <a:rPr lang="en" sz="1200">
                <a:latin typeface="Alexandria"/>
                <a:ea typeface="Alexandria"/>
                <a:cs typeface="Alexandria"/>
                <a:sym typeface="Alexandria"/>
              </a:rPr>
              <a:t>Non-contact current sensing to minimize shock and electrocution risks</a:t>
            </a:r>
            <a:endParaRPr sz="1200">
              <a:latin typeface="Alexandria"/>
              <a:ea typeface="Alexandria"/>
              <a:cs typeface="Alexandria"/>
              <a:sym typeface="Alexandria"/>
            </a:endParaRPr>
          </a:p>
          <a:p>
            <a:pPr indent="0" lvl="0" marL="0" rtl="0" algn="l">
              <a:lnSpc>
                <a:spcPct val="115000"/>
              </a:lnSpc>
              <a:spcBef>
                <a:spcPts val="1200"/>
              </a:spcBef>
              <a:spcAft>
                <a:spcPts val="0"/>
              </a:spcAft>
              <a:buNone/>
            </a:pPr>
            <a:r>
              <a:rPr b="1" lang="en" sz="1200">
                <a:latin typeface="Alexandria"/>
                <a:ea typeface="Alexandria"/>
                <a:cs typeface="Alexandria"/>
                <a:sym typeface="Alexandria"/>
              </a:rPr>
              <a:t>Operational Safety</a:t>
            </a:r>
            <a:endParaRPr b="1" sz="1200">
              <a:latin typeface="Alexandria"/>
              <a:ea typeface="Alexandria"/>
              <a:cs typeface="Alexandria"/>
              <a:sym typeface="Alexandria"/>
            </a:endParaRPr>
          </a:p>
          <a:p>
            <a:pPr indent="-304800" lvl="0" marL="457200" rtl="0" algn="l">
              <a:lnSpc>
                <a:spcPct val="115000"/>
              </a:lnSpc>
              <a:spcBef>
                <a:spcPts val="1200"/>
              </a:spcBef>
              <a:spcAft>
                <a:spcPts val="0"/>
              </a:spcAft>
              <a:buSzPts val="1200"/>
              <a:buFont typeface="Alexandria"/>
              <a:buChar char="●"/>
            </a:pPr>
            <a:r>
              <a:rPr lang="en" sz="1200">
                <a:latin typeface="Alexandria"/>
                <a:ea typeface="Alexandria"/>
                <a:cs typeface="Alexandria"/>
                <a:sym typeface="Alexandria"/>
              </a:rPr>
              <a:t>Remote monitoring reduces manual inspection in hazardous areas</a:t>
            </a:r>
            <a:br>
              <a:rPr lang="en" sz="1200">
                <a:latin typeface="Alexandria"/>
                <a:ea typeface="Alexandria"/>
                <a:cs typeface="Alexandria"/>
                <a:sym typeface="Alexandria"/>
              </a:rPr>
            </a:br>
            <a:endParaRPr sz="1200">
              <a:latin typeface="Alexandria"/>
              <a:ea typeface="Alexandria"/>
              <a:cs typeface="Alexandria"/>
              <a:sym typeface="Alexandria"/>
            </a:endParaRPr>
          </a:p>
          <a:p>
            <a:pPr indent="-304800" lvl="0" marL="457200" rtl="0" algn="l">
              <a:lnSpc>
                <a:spcPct val="115000"/>
              </a:lnSpc>
              <a:spcBef>
                <a:spcPts val="0"/>
              </a:spcBef>
              <a:spcAft>
                <a:spcPts val="0"/>
              </a:spcAft>
              <a:buSzPts val="1200"/>
              <a:buFont typeface="Alexandria"/>
              <a:buChar char="●"/>
            </a:pPr>
            <a:r>
              <a:rPr lang="en" sz="1200">
                <a:latin typeface="Alexandria"/>
                <a:ea typeface="Alexandria"/>
                <a:cs typeface="Alexandria"/>
                <a:sym typeface="Alexandria"/>
              </a:rPr>
              <a:t>Fail-safe system design prevents additional network or personnel risks</a:t>
            </a:r>
            <a:endParaRPr sz="1200">
              <a:latin typeface="Alexandria"/>
              <a:ea typeface="Alexandria"/>
              <a:cs typeface="Alexandria"/>
              <a:sym typeface="Alexandria"/>
            </a:endParaRPr>
          </a:p>
          <a:p>
            <a:pPr indent="0" lvl="0" marL="0" rtl="0" algn="l">
              <a:lnSpc>
                <a:spcPct val="115000"/>
              </a:lnSpc>
              <a:spcBef>
                <a:spcPts val="1200"/>
              </a:spcBef>
              <a:spcAft>
                <a:spcPts val="0"/>
              </a:spcAft>
              <a:buNone/>
            </a:pPr>
            <a:r>
              <a:rPr b="1" lang="en" sz="1200">
                <a:latin typeface="Alexandria"/>
                <a:ea typeface="Alexandria"/>
                <a:cs typeface="Alexandria"/>
                <a:sym typeface="Alexandria"/>
              </a:rPr>
              <a:t>Environmental &amp; Equipment Safety</a:t>
            </a:r>
            <a:endParaRPr b="1" sz="1200">
              <a:latin typeface="Alexandria"/>
              <a:ea typeface="Alexandria"/>
              <a:cs typeface="Alexandria"/>
              <a:sym typeface="Alexandria"/>
            </a:endParaRPr>
          </a:p>
          <a:p>
            <a:pPr indent="-304800" lvl="0" marL="457200" rtl="0" algn="l">
              <a:lnSpc>
                <a:spcPct val="115000"/>
              </a:lnSpc>
              <a:spcBef>
                <a:spcPts val="1200"/>
              </a:spcBef>
              <a:spcAft>
                <a:spcPts val="0"/>
              </a:spcAft>
              <a:buSzPts val="1200"/>
              <a:buFont typeface="Alexandria"/>
              <a:buChar char="●"/>
            </a:pPr>
            <a:r>
              <a:rPr lang="en" sz="1200">
                <a:latin typeface="Alexandria"/>
                <a:ea typeface="Alexandria"/>
                <a:cs typeface="Alexandria"/>
                <a:sym typeface="Alexandria"/>
              </a:rPr>
              <a:t>Weatherproof enclosure protects against rain, dust, and humidity</a:t>
            </a:r>
            <a:br>
              <a:rPr lang="en" sz="1200">
                <a:latin typeface="Alexandria"/>
                <a:ea typeface="Alexandria"/>
                <a:cs typeface="Alexandria"/>
                <a:sym typeface="Alexandria"/>
              </a:rPr>
            </a:br>
            <a:endParaRPr sz="1200">
              <a:latin typeface="Alexandria"/>
              <a:ea typeface="Alexandria"/>
              <a:cs typeface="Alexandria"/>
              <a:sym typeface="Alexandria"/>
            </a:endParaRPr>
          </a:p>
          <a:p>
            <a:pPr indent="-304800" lvl="0" marL="457200" rtl="0" algn="l">
              <a:lnSpc>
                <a:spcPct val="115000"/>
              </a:lnSpc>
              <a:spcBef>
                <a:spcPts val="0"/>
              </a:spcBef>
              <a:spcAft>
                <a:spcPts val="0"/>
              </a:spcAft>
              <a:buSzPts val="1200"/>
              <a:buFont typeface="Alexandria"/>
              <a:buChar char="●"/>
            </a:pPr>
            <a:r>
              <a:rPr lang="en" sz="1200">
                <a:latin typeface="Alexandria"/>
                <a:ea typeface="Alexandria"/>
                <a:cs typeface="Alexandria"/>
                <a:sym typeface="Alexandria"/>
              </a:rPr>
              <a:t>Thermal management and EMC design prevent overheating and interference</a:t>
            </a:r>
            <a:endParaRPr sz="1200">
              <a:latin typeface="Alexandria"/>
              <a:ea typeface="Alexandria"/>
              <a:cs typeface="Alexandria"/>
              <a:sym typeface="Alexandria"/>
            </a:endParaRPr>
          </a:p>
          <a:p>
            <a:pPr indent="0" lvl="0" marL="0" rtl="0" algn="l">
              <a:lnSpc>
                <a:spcPct val="115000"/>
              </a:lnSpc>
              <a:spcBef>
                <a:spcPts val="1200"/>
              </a:spcBef>
              <a:spcAft>
                <a:spcPts val="0"/>
              </a:spcAft>
              <a:buNone/>
            </a:pPr>
            <a:r>
              <a:rPr b="1" lang="en" sz="1200">
                <a:latin typeface="Alexandria"/>
                <a:ea typeface="Alexandria"/>
                <a:cs typeface="Alexandria"/>
                <a:sym typeface="Alexandria"/>
              </a:rPr>
              <a:t>Overall System Safety</a:t>
            </a:r>
            <a:endParaRPr b="1" sz="1200">
              <a:latin typeface="Alexandria"/>
              <a:ea typeface="Alexandria"/>
              <a:cs typeface="Alexandria"/>
              <a:sym typeface="Alexandria"/>
            </a:endParaRPr>
          </a:p>
          <a:p>
            <a:pPr indent="-304800" lvl="0" marL="457200" rtl="0" algn="l">
              <a:lnSpc>
                <a:spcPct val="115000"/>
              </a:lnSpc>
              <a:spcBef>
                <a:spcPts val="1200"/>
              </a:spcBef>
              <a:spcAft>
                <a:spcPts val="0"/>
              </a:spcAft>
              <a:buSzPts val="1200"/>
              <a:buFont typeface="Alexandria"/>
              <a:buChar char="●"/>
            </a:pPr>
            <a:r>
              <a:rPr lang="en" sz="1200">
                <a:latin typeface="Alexandria"/>
                <a:ea typeface="Alexandria"/>
                <a:cs typeface="Alexandria"/>
                <a:sym typeface="Alexandria"/>
              </a:rPr>
              <a:t>Compliance with electrical and electromagnetic safety standards</a:t>
            </a:r>
            <a:br>
              <a:rPr lang="en" sz="1200">
                <a:latin typeface="Alexandria"/>
                <a:ea typeface="Alexandria"/>
                <a:cs typeface="Alexandria"/>
                <a:sym typeface="Alexandria"/>
              </a:rPr>
            </a:br>
            <a:endParaRPr sz="1200">
              <a:latin typeface="Alexandria"/>
              <a:ea typeface="Alexandria"/>
              <a:cs typeface="Alexandria"/>
              <a:sym typeface="Alexandria"/>
            </a:endParaRPr>
          </a:p>
          <a:p>
            <a:pPr indent="-304800" lvl="0" marL="457200" rtl="0" algn="l">
              <a:lnSpc>
                <a:spcPct val="115000"/>
              </a:lnSpc>
              <a:spcBef>
                <a:spcPts val="0"/>
              </a:spcBef>
              <a:spcAft>
                <a:spcPts val="0"/>
              </a:spcAft>
              <a:buSzPts val="1200"/>
              <a:buFont typeface="Alexandria"/>
              <a:buChar char="●"/>
            </a:pPr>
            <a:r>
              <a:rPr lang="en" sz="1200">
                <a:latin typeface="Alexandria"/>
                <a:ea typeface="Alexandria"/>
                <a:cs typeface="Alexandria"/>
                <a:sym typeface="Alexandria"/>
              </a:rPr>
              <a:t>Integrated preventive and protective measures ensure safe, reliable operation</a:t>
            </a:r>
            <a:endParaRPr sz="1200">
              <a:latin typeface="Alexandria"/>
              <a:ea typeface="Alexandria"/>
              <a:cs typeface="Alexandria"/>
              <a:sym typeface="Alexandria"/>
            </a:endParaRPr>
          </a:p>
          <a:p>
            <a:pPr indent="0" lvl="0" marL="0" rtl="0" algn="l">
              <a:lnSpc>
                <a:spcPct val="115000"/>
              </a:lnSpc>
              <a:spcBef>
                <a:spcPts val="1200"/>
              </a:spcBef>
              <a:spcAft>
                <a:spcPts val="1200"/>
              </a:spcAft>
              <a:buNone/>
            </a:pPr>
            <a:r>
              <a:t/>
            </a:r>
            <a:endParaRPr sz="1200">
              <a:latin typeface="Alexandria"/>
              <a:ea typeface="Alexandria"/>
              <a:cs typeface="Alexandria"/>
              <a:sym typeface="Alexandri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64"/>
          <p:cNvSpPr txBox="1"/>
          <p:nvPr/>
        </p:nvSpPr>
        <p:spPr>
          <a:xfrm>
            <a:off x="443950" y="336525"/>
            <a:ext cx="6369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 sz="2400" u="none" cap="none" strike="noStrike">
                <a:latin typeface="Epilogue"/>
                <a:ea typeface="Epilogue"/>
                <a:cs typeface="Epilogue"/>
                <a:sym typeface="Epilogue"/>
              </a:rPr>
              <a:t>Applicable Standards and Codes</a:t>
            </a:r>
            <a:endParaRPr b="1" i="0" sz="2400" u="none" cap="none" strike="noStrike">
              <a:latin typeface="Epilogue"/>
              <a:ea typeface="Epilogue"/>
              <a:cs typeface="Epilogue"/>
              <a:sym typeface="Epilogue"/>
            </a:endParaRPr>
          </a:p>
        </p:txBody>
      </p:sp>
      <p:sp>
        <p:nvSpPr>
          <p:cNvPr id="709" name="Google Shape;709;p6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710" name="Google Shape;710;p64"/>
          <p:cNvGraphicFramePr/>
          <p:nvPr/>
        </p:nvGraphicFramePr>
        <p:xfrm>
          <a:off x="1072800" y="1183100"/>
          <a:ext cx="3000000" cy="3000000"/>
        </p:xfrm>
        <a:graphic>
          <a:graphicData uri="http://schemas.openxmlformats.org/drawingml/2006/table">
            <a:tbl>
              <a:tblPr>
                <a:noFill/>
                <a:tableStyleId>{271712D7-3CDD-4F28-86EA-7EEB8AD346CE}</a:tableStyleId>
              </a:tblPr>
              <a:tblGrid>
                <a:gridCol w="1253300"/>
                <a:gridCol w="1448800"/>
                <a:gridCol w="2050350"/>
                <a:gridCol w="2486550"/>
              </a:tblGrid>
              <a:tr h="381000">
                <a:tc>
                  <a:txBody>
                    <a:bodyPr/>
                    <a:lstStyle/>
                    <a:p>
                      <a:pPr indent="0" lvl="0" marL="0" rtl="0" algn="ctr">
                        <a:spcBef>
                          <a:spcPts val="0"/>
                        </a:spcBef>
                        <a:spcAft>
                          <a:spcPts val="0"/>
                        </a:spcAft>
                        <a:buNone/>
                      </a:pPr>
                      <a:r>
                        <a:rPr b="1" lang="en" sz="1200">
                          <a:latin typeface="Alexandria"/>
                          <a:ea typeface="Alexandria"/>
                          <a:cs typeface="Alexandria"/>
                          <a:sym typeface="Alexandria"/>
                        </a:rPr>
                        <a:t>Category</a:t>
                      </a:r>
                      <a:endParaRPr sz="1200">
                        <a:latin typeface="Alexandria"/>
                        <a:ea typeface="Alexandria"/>
                        <a:cs typeface="Alexandria"/>
                        <a:sym typeface="Alexandria"/>
                      </a:endParaRPr>
                    </a:p>
                  </a:txBody>
                  <a:tcPr marT="91425" marB="91425" marR="91425" marL="91425"/>
                </a:tc>
                <a:tc>
                  <a:txBody>
                    <a:bodyPr/>
                    <a:lstStyle/>
                    <a:p>
                      <a:pPr indent="0" lvl="0" marL="0" rtl="0" algn="ctr">
                        <a:spcBef>
                          <a:spcPts val="0"/>
                        </a:spcBef>
                        <a:spcAft>
                          <a:spcPts val="0"/>
                        </a:spcAft>
                        <a:buNone/>
                      </a:pPr>
                      <a:r>
                        <a:rPr b="1" lang="en" sz="1200">
                          <a:latin typeface="Alexandria"/>
                          <a:ea typeface="Alexandria"/>
                          <a:cs typeface="Alexandria"/>
                          <a:sym typeface="Alexandria"/>
                        </a:rPr>
                        <a:t>Standard / Code</a:t>
                      </a:r>
                      <a:endParaRPr sz="1200">
                        <a:latin typeface="Alexandria"/>
                        <a:ea typeface="Alexandria"/>
                        <a:cs typeface="Alexandria"/>
                        <a:sym typeface="Alexandria"/>
                      </a:endParaRPr>
                    </a:p>
                  </a:txBody>
                  <a:tcPr marT="91425" marB="91425" marR="91425" marL="91425"/>
                </a:tc>
                <a:tc>
                  <a:txBody>
                    <a:bodyPr/>
                    <a:lstStyle/>
                    <a:p>
                      <a:pPr indent="0" lvl="0" marL="0" rtl="0" algn="ctr">
                        <a:spcBef>
                          <a:spcPts val="0"/>
                        </a:spcBef>
                        <a:spcAft>
                          <a:spcPts val="0"/>
                        </a:spcAft>
                        <a:buNone/>
                      </a:pPr>
                      <a:r>
                        <a:rPr b="1" lang="en" sz="1200">
                          <a:latin typeface="Alexandria"/>
                          <a:ea typeface="Alexandria"/>
                          <a:cs typeface="Alexandria"/>
                          <a:sym typeface="Alexandria"/>
                        </a:rPr>
                        <a:t>Description</a:t>
                      </a:r>
                      <a:endParaRPr sz="1200">
                        <a:latin typeface="Alexandria"/>
                        <a:ea typeface="Alexandria"/>
                        <a:cs typeface="Alexandria"/>
                        <a:sym typeface="Alexandria"/>
                      </a:endParaRPr>
                    </a:p>
                  </a:txBody>
                  <a:tcPr marT="91425" marB="91425" marR="91425" marL="91425"/>
                </a:tc>
                <a:tc>
                  <a:txBody>
                    <a:bodyPr/>
                    <a:lstStyle/>
                    <a:p>
                      <a:pPr indent="0" lvl="0" marL="0" rtl="0" algn="ctr">
                        <a:spcBef>
                          <a:spcPts val="0"/>
                        </a:spcBef>
                        <a:spcAft>
                          <a:spcPts val="0"/>
                        </a:spcAft>
                        <a:buNone/>
                      </a:pPr>
                      <a:r>
                        <a:rPr b="1" lang="en" sz="1200">
                          <a:latin typeface="Alexandria"/>
                          <a:ea typeface="Alexandria"/>
                          <a:cs typeface="Alexandria"/>
                          <a:sym typeface="Alexandria"/>
                        </a:rPr>
                        <a:t>Relevancy</a:t>
                      </a:r>
                      <a:endParaRPr sz="1200">
                        <a:latin typeface="Alexandria"/>
                        <a:ea typeface="Alexandria"/>
                        <a:cs typeface="Alexandria"/>
                        <a:sym typeface="Alexandria"/>
                      </a:endParaRPr>
                    </a:p>
                  </a:txBody>
                  <a:tcPr marT="91425" marB="91425" marR="91425" marL="91425"/>
                </a:tc>
              </a:tr>
              <a:tr h="381000">
                <a:tc>
                  <a:txBody>
                    <a:bodyPr/>
                    <a:lstStyle/>
                    <a:p>
                      <a:pPr indent="0" lvl="0" marL="0" rtl="0" algn="just">
                        <a:spcBef>
                          <a:spcPts val="0"/>
                        </a:spcBef>
                        <a:spcAft>
                          <a:spcPts val="0"/>
                        </a:spcAft>
                        <a:buNone/>
                      </a:pPr>
                      <a:r>
                        <a:rPr lang="en" sz="1200">
                          <a:latin typeface="Alexandria"/>
                          <a:ea typeface="Alexandria"/>
                          <a:cs typeface="Alexandria"/>
                          <a:sym typeface="Alexandria"/>
                        </a:rPr>
                        <a:t>Power System Protection</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b="1" lang="en" sz="1200">
                          <a:latin typeface="Alexandria"/>
                          <a:ea typeface="Alexandria"/>
                          <a:cs typeface="Alexandria"/>
                          <a:sym typeface="Alexandria"/>
                        </a:rPr>
                        <a:t>IEEE C37.113</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lang="en" sz="1200">
                          <a:latin typeface="Alexandria"/>
                          <a:ea typeface="Alexandria"/>
                          <a:cs typeface="Alexandria"/>
                          <a:sym typeface="Alexandria"/>
                        </a:rPr>
                        <a:t>Guide for Protective Relay Applications to Distribution Lines</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lang="en" sz="1200">
                          <a:latin typeface="Alexandria"/>
                          <a:ea typeface="Alexandria"/>
                          <a:cs typeface="Alexandria"/>
                          <a:sym typeface="Alexandria"/>
                        </a:rPr>
                        <a:t>Widely used reference in Bangladesh for distribution protection logic and fault detection principles</a:t>
                      </a:r>
                      <a:endParaRPr sz="1200">
                        <a:latin typeface="Alexandria"/>
                        <a:ea typeface="Alexandria"/>
                        <a:cs typeface="Alexandria"/>
                        <a:sym typeface="Alexandria"/>
                      </a:endParaRPr>
                    </a:p>
                  </a:txBody>
                  <a:tcPr marT="91425" marB="91425" marR="91425" marL="91425"/>
                </a:tc>
              </a:tr>
              <a:tr h="381000">
                <a:tc>
                  <a:txBody>
                    <a:bodyPr/>
                    <a:lstStyle/>
                    <a:p>
                      <a:pPr indent="0" lvl="0" marL="0" rtl="0" algn="just">
                        <a:spcBef>
                          <a:spcPts val="0"/>
                        </a:spcBef>
                        <a:spcAft>
                          <a:spcPts val="0"/>
                        </a:spcAft>
                        <a:buNone/>
                      </a:pPr>
                      <a:r>
                        <a:rPr lang="en" sz="1200">
                          <a:latin typeface="Alexandria"/>
                          <a:ea typeface="Alexandria"/>
                          <a:cs typeface="Alexandria"/>
                          <a:sym typeface="Alexandria"/>
                        </a:rPr>
                        <a:t>Low-Voltage Distribution &amp; Safety</a:t>
                      </a:r>
                      <a:endParaRPr sz="1200">
                        <a:latin typeface="Alexandria"/>
                        <a:ea typeface="Alexandria"/>
                        <a:cs typeface="Alexandria"/>
                        <a:sym typeface="Alexandria"/>
                      </a:endParaRPr>
                    </a:p>
                    <a:p>
                      <a:pPr indent="0" lvl="0" marL="0" rtl="0" algn="l">
                        <a:spcBef>
                          <a:spcPts val="0"/>
                        </a:spcBef>
                        <a:spcAft>
                          <a:spcPts val="0"/>
                        </a:spcAft>
                        <a:buNone/>
                      </a:pPr>
                      <a:r>
                        <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b="1" lang="en" sz="1200">
                          <a:latin typeface="Alexandria"/>
                          <a:ea typeface="Alexandria"/>
                          <a:cs typeface="Alexandria"/>
                          <a:sym typeface="Alexandria"/>
                        </a:rPr>
                        <a:t>IEEE 141 (Red Book)</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lang="en" sz="1200">
                          <a:latin typeface="Alexandria"/>
                          <a:ea typeface="Alexandria"/>
                          <a:cs typeface="Alexandria"/>
                          <a:sym typeface="Alexandria"/>
                        </a:rPr>
                        <a:t>Electric Power Distribution Systems</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lang="en" sz="1200">
                          <a:latin typeface="Alexandria"/>
                          <a:ea typeface="Alexandria"/>
                          <a:cs typeface="Alexandria"/>
                          <a:sym typeface="Alexandria"/>
                        </a:rPr>
                        <a:t>Used in academic and utility studies for LV distribution behavior</a:t>
                      </a:r>
                      <a:endParaRPr sz="1200">
                        <a:latin typeface="Alexandria"/>
                        <a:ea typeface="Alexandria"/>
                        <a:cs typeface="Alexandria"/>
                        <a:sym typeface="Alexandria"/>
                      </a:endParaRPr>
                    </a:p>
                  </a:txBody>
                  <a:tcPr marT="91425" marB="91425" marR="91425" marL="91425"/>
                </a:tc>
              </a:tr>
              <a:tr h="381000">
                <a:tc>
                  <a:txBody>
                    <a:bodyPr/>
                    <a:lstStyle/>
                    <a:p>
                      <a:pPr indent="0" lvl="0" marL="0" rtl="0" algn="just">
                        <a:spcBef>
                          <a:spcPts val="0"/>
                        </a:spcBef>
                        <a:spcAft>
                          <a:spcPts val="0"/>
                        </a:spcAft>
                        <a:buNone/>
                      </a:pPr>
                      <a:r>
                        <a:rPr lang="en" sz="1200">
                          <a:latin typeface="Alexandria"/>
                          <a:ea typeface="Alexandria"/>
                          <a:cs typeface="Alexandria"/>
                          <a:sym typeface="Alexandria"/>
                        </a:rPr>
                        <a:t>Current Measurement &amp; Sensors</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b="1" lang="en" sz="1200">
                          <a:latin typeface="Alexandria"/>
                          <a:ea typeface="Alexandria"/>
                          <a:cs typeface="Alexandria"/>
                          <a:sym typeface="Alexandria"/>
                        </a:rPr>
                        <a:t>IEEE C57.13</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lang="en" sz="1200">
                          <a:latin typeface="Alexandria"/>
                          <a:ea typeface="Alexandria"/>
                          <a:cs typeface="Alexandria"/>
                          <a:sym typeface="Alexandria"/>
                        </a:rPr>
                        <a:t>Instrument Transformer Standards</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lang="en" sz="1200">
                          <a:latin typeface="Alexandria"/>
                          <a:ea typeface="Alexandria"/>
                          <a:cs typeface="Alexandria"/>
                          <a:sym typeface="Alexandria"/>
                        </a:rPr>
                        <a:t>Provides accuracy and safety guidelines for current measurement</a:t>
                      </a:r>
                      <a:endParaRPr sz="1200">
                        <a:latin typeface="Alexandria"/>
                        <a:ea typeface="Alexandria"/>
                        <a:cs typeface="Alexandria"/>
                        <a:sym typeface="Alexandria"/>
                      </a:endParaRPr>
                    </a:p>
                  </a:txBody>
                  <a:tcPr marT="91425" marB="91425" marR="91425" marL="91425"/>
                </a:tc>
              </a:tr>
              <a:tr h="381000">
                <a:tc>
                  <a:txBody>
                    <a:bodyPr/>
                    <a:lstStyle/>
                    <a:p>
                      <a:pPr indent="0" lvl="0" marL="0" rtl="0" algn="just">
                        <a:spcBef>
                          <a:spcPts val="0"/>
                        </a:spcBef>
                        <a:spcAft>
                          <a:spcPts val="0"/>
                        </a:spcAft>
                        <a:buNone/>
                      </a:pPr>
                      <a:r>
                        <a:rPr lang="en" sz="1200">
                          <a:latin typeface="Alexandria"/>
                          <a:ea typeface="Alexandria"/>
                          <a:cs typeface="Alexandria"/>
                          <a:sym typeface="Alexandria"/>
                        </a:rPr>
                        <a:t>Communication &amp; IoT</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b="1" lang="en" sz="1200">
                          <a:latin typeface="Alexandria"/>
                          <a:ea typeface="Alexandria"/>
                          <a:cs typeface="Alexandria"/>
                          <a:sym typeface="Alexandria"/>
                        </a:rPr>
                        <a:t>IEEE 802.11</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lang="en" sz="1200">
                          <a:latin typeface="Alexandria"/>
                          <a:ea typeface="Alexandria"/>
                          <a:cs typeface="Alexandria"/>
                          <a:sym typeface="Alexandria"/>
                        </a:rPr>
                        <a:t>Wireless LAN (Wi-Fi) Standard</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lang="en" sz="1200">
                          <a:latin typeface="Alexandria"/>
                          <a:ea typeface="Alexandria"/>
                          <a:cs typeface="Alexandria"/>
                          <a:sym typeface="Alexandria"/>
                        </a:rPr>
                        <a:t>Commonly used for local communication and testing</a:t>
                      </a:r>
                      <a:endParaRPr sz="1200">
                        <a:latin typeface="Alexandria"/>
                        <a:ea typeface="Alexandria"/>
                        <a:cs typeface="Alexandria"/>
                        <a:sym typeface="Alexandria"/>
                      </a:endParaRPr>
                    </a:p>
                  </a:txBody>
                  <a:tcPr marT="91425" marB="91425" marR="91425" marL="91425"/>
                </a:tc>
              </a:tr>
            </a:tbl>
          </a:graphicData>
        </a:graphic>
      </p:graphicFrame>
      <p:sp>
        <p:nvSpPr>
          <p:cNvPr id="711" name="Google Shape;711;p64"/>
          <p:cNvSpPr txBox="1"/>
          <p:nvPr/>
        </p:nvSpPr>
        <p:spPr>
          <a:xfrm>
            <a:off x="2113050" y="4746550"/>
            <a:ext cx="5158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212F40"/>
                </a:solidFill>
                <a:latin typeface="Epilogue"/>
                <a:ea typeface="Epilogue"/>
                <a:cs typeface="Epilogue"/>
                <a:sym typeface="Epilogue"/>
              </a:rPr>
              <a:t>Table-6(a): Applicable Standards and Codes</a:t>
            </a:r>
            <a:endParaRPr b="1">
              <a:solidFill>
                <a:srgbClr val="212F40"/>
              </a:solidFill>
              <a:latin typeface="Epilogue"/>
              <a:ea typeface="Epilogue"/>
              <a:cs typeface="Epilogue"/>
              <a:sym typeface="Epilogu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65"/>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2800"/>
              <a:buFont typeface="Arial"/>
              <a:buNone/>
            </a:pPr>
            <a:r>
              <a:rPr lang="en" sz="2400">
                <a:solidFill>
                  <a:srgbClr val="000000"/>
                </a:solidFill>
              </a:rPr>
              <a:t>Applicable Standards and Codes</a:t>
            </a:r>
            <a:endParaRPr sz="2400">
              <a:solidFill>
                <a:srgbClr val="000000"/>
              </a:solidFill>
            </a:endParaRPr>
          </a:p>
          <a:p>
            <a:pPr indent="0" lvl="0" marL="0" rtl="0" algn="l">
              <a:spcBef>
                <a:spcPts val="0"/>
              </a:spcBef>
              <a:spcAft>
                <a:spcPts val="0"/>
              </a:spcAft>
              <a:buNone/>
            </a:pPr>
            <a:r>
              <a:t/>
            </a:r>
            <a:endParaRPr>
              <a:solidFill>
                <a:srgbClr val="000000"/>
              </a:solidFill>
            </a:endParaRPr>
          </a:p>
        </p:txBody>
      </p:sp>
      <p:sp>
        <p:nvSpPr>
          <p:cNvPr id="717" name="Google Shape;717;p6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718" name="Google Shape;718;p65"/>
          <p:cNvGraphicFramePr/>
          <p:nvPr/>
        </p:nvGraphicFramePr>
        <p:xfrm>
          <a:off x="1042725" y="1172375"/>
          <a:ext cx="3000000" cy="3000000"/>
        </p:xfrm>
        <a:graphic>
          <a:graphicData uri="http://schemas.openxmlformats.org/drawingml/2006/table">
            <a:tbl>
              <a:tblPr>
                <a:noFill/>
                <a:tableStyleId>{271712D7-3CDD-4F28-86EA-7EEB8AD346CE}</a:tableStyleId>
              </a:tblPr>
              <a:tblGrid>
                <a:gridCol w="1478875"/>
                <a:gridCol w="1569100"/>
                <a:gridCol w="1960175"/>
                <a:gridCol w="2230850"/>
              </a:tblGrid>
              <a:tr h="381000">
                <a:tc>
                  <a:txBody>
                    <a:bodyPr/>
                    <a:lstStyle/>
                    <a:p>
                      <a:pPr indent="0" lvl="0" marL="0" rtl="0" algn="ctr">
                        <a:spcBef>
                          <a:spcPts val="0"/>
                        </a:spcBef>
                        <a:spcAft>
                          <a:spcPts val="0"/>
                        </a:spcAft>
                        <a:buNone/>
                      </a:pPr>
                      <a:r>
                        <a:rPr b="1" lang="en" sz="1200">
                          <a:latin typeface="Alexandria"/>
                          <a:ea typeface="Alexandria"/>
                          <a:cs typeface="Alexandria"/>
                          <a:sym typeface="Alexandria"/>
                        </a:rPr>
                        <a:t>Category</a:t>
                      </a:r>
                      <a:endParaRPr sz="1200">
                        <a:latin typeface="Alexandria"/>
                        <a:ea typeface="Alexandria"/>
                        <a:cs typeface="Alexandria"/>
                        <a:sym typeface="Alexandria"/>
                      </a:endParaRPr>
                    </a:p>
                  </a:txBody>
                  <a:tcPr marT="91425" marB="91425" marR="91425" marL="91425"/>
                </a:tc>
                <a:tc>
                  <a:txBody>
                    <a:bodyPr/>
                    <a:lstStyle/>
                    <a:p>
                      <a:pPr indent="0" lvl="0" marL="0" rtl="0" algn="ctr">
                        <a:spcBef>
                          <a:spcPts val="0"/>
                        </a:spcBef>
                        <a:spcAft>
                          <a:spcPts val="0"/>
                        </a:spcAft>
                        <a:buNone/>
                      </a:pPr>
                      <a:r>
                        <a:rPr b="1" lang="en" sz="1200">
                          <a:latin typeface="Alexandria"/>
                          <a:ea typeface="Alexandria"/>
                          <a:cs typeface="Alexandria"/>
                          <a:sym typeface="Alexandria"/>
                        </a:rPr>
                        <a:t>Standard / Code</a:t>
                      </a:r>
                      <a:endParaRPr sz="1200">
                        <a:latin typeface="Alexandria"/>
                        <a:ea typeface="Alexandria"/>
                        <a:cs typeface="Alexandria"/>
                        <a:sym typeface="Alexandria"/>
                      </a:endParaRPr>
                    </a:p>
                  </a:txBody>
                  <a:tcPr marT="91425" marB="91425" marR="91425" marL="91425"/>
                </a:tc>
                <a:tc>
                  <a:txBody>
                    <a:bodyPr/>
                    <a:lstStyle/>
                    <a:p>
                      <a:pPr indent="0" lvl="0" marL="0" rtl="0" algn="ctr">
                        <a:spcBef>
                          <a:spcPts val="0"/>
                        </a:spcBef>
                        <a:spcAft>
                          <a:spcPts val="0"/>
                        </a:spcAft>
                        <a:buNone/>
                      </a:pPr>
                      <a:r>
                        <a:rPr b="1" lang="en" sz="1200">
                          <a:latin typeface="Alexandria"/>
                          <a:ea typeface="Alexandria"/>
                          <a:cs typeface="Alexandria"/>
                          <a:sym typeface="Alexandria"/>
                        </a:rPr>
                        <a:t>Description</a:t>
                      </a:r>
                      <a:endParaRPr sz="1200">
                        <a:latin typeface="Alexandria"/>
                        <a:ea typeface="Alexandria"/>
                        <a:cs typeface="Alexandria"/>
                        <a:sym typeface="Alexandria"/>
                      </a:endParaRPr>
                    </a:p>
                  </a:txBody>
                  <a:tcPr marT="91425" marB="91425" marR="91425" marL="91425"/>
                </a:tc>
                <a:tc>
                  <a:txBody>
                    <a:bodyPr/>
                    <a:lstStyle/>
                    <a:p>
                      <a:pPr indent="0" lvl="0" marL="0" rtl="0" algn="ctr">
                        <a:spcBef>
                          <a:spcPts val="0"/>
                        </a:spcBef>
                        <a:spcAft>
                          <a:spcPts val="0"/>
                        </a:spcAft>
                        <a:buNone/>
                      </a:pPr>
                      <a:r>
                        <a:rPr b="1" lang="en" sz="1200">
                          <a:latin typeface="Alexandria"/>
                          <a:ea typeface="Alexandria"/>
                          <a:cs typeface="Alexandria"/>
                          <a:sym typeface="Alexandria"/>
                        </a:rPr>
                        <a:t>Relevance to FPI</a:t>
                      </a:r>
                      <a:endParaRPr sz="1200">
                        <a:latin typeface="Alexandria"/>
                        <a:ea typeface="Alexandria"/>
                        <a:cs typeface="Alexandria"/>
                        <a:sym typeface="Alexandria"/>
                      </a:endParaRPr>
                    </a:p>
                  </a:txBody>
                  <a:tcPr marT="91425" marB="91425" marR="91425" marL="91425"/>
                </a:tc>
              </a:tr>
              <a:tr h="381000">
                <a:tc>
                  <a:txBody>
                    <a:bodyPr/>
                    <a:lstStyle/>
                    <a:p>
                      <a:pPr indent="0" lvl="0" marL="0" rtl="0" algn="just">
                        <a:spcBef>
                          <a:spcPts val="0"/>
                        </a:spcBef>
                        <a:spcAft>
                          <a:spcPts val="0"/>
                        </a:spcAft>
                        <a:buNone/>
                      </a:pPr>
                      <a:r>
                        <a:rPr lang="en" sz="1200">
                          <a:latin typeface="Alexandria"/>
                          <a:ea typeface="Alexandria"/>
                          <a:cs typeface="Alexandria"/>
                          <a:sym typeface="Alexandria"/>
                        </a:rPr>
                        <a:t>Electromagnetic Compatibility (EMC)</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b="1" lang="en" sz="1200">
                          <a:latin typeface="Alexandria"/>
                          <a:ea typeface="Alexandria"/>
                          <a:cs typeface="Alexandria"/>
                          <a:sym typeface="Alexandria"/>
                        </a:rPr>
                        <a:t>IEC 61000-6-2</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lang="en" sz="1200">
                          <a:latin typeface="Alexandria"/>
                          <a:ea typeface="Alexandria"/>
                          <a:cs typeface="Alexandria"/>
                          <a:sym typeface="Alexandria"/>
                        </a:rPr>
                        <a:t>EMC Immunity for Industrial Environments</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lang="en" sz="1200">
                          <a:latin typeface="Alexandria"/>
                          <a:ea typeface="Alexandria"/>
                          <a:cs typeface="Alexandria"/>
                          <a:sym typeface="Alexandria"/>
                        </a:rPr>
                        <a:t>Ensures immunity against EMI in substations and distribution areas</a:t>
                      </a:r>
                      <a:endParaRPr sz="1200">
                        <a:latin typeface="Alexandria"/>
                        <a:ea typeface="Alexandria"/>
                        <a:cs typeface="Alexandria"/>
                        <a:sym typeface="Alexandria"/>
                      </a:endParaRPr>
                    </a:p>
                  </a:txBody>
                  <a:tcPr marT="91425" marB="91425" marR="91425" marL="91425"/>
                </a:tc>
              </a:tr>
              <a:tr h="381000">
                <a:tc>
                  <a:txBody>
                    <a:bodyPr/>
                    <a:lstStyle/>
                    <a:p>
                      <a:pPr indent="0" lvl="0" marL="0" rtl="0" algn="just">
                        <a:spcBef>
                          <a:spcPts val="0"/>
                        </a:spcBef>
                        <a:spcAft>
                          <a:spcPts val="0"/>
                        </a:spcAft>
                        <a:buNone/>
                      </a:pPr>
                      <a:r>
                        <a:rPr lang="en" sz="1200">
                          <a:latin typeface="Alexandria"/>
                          <a:ea typeface="Alexandria"/>
                          <a:cs typeface="Alexandria"/>
                          <a:sym typeface="Alexandria"/>
                        </a:rPr>
                        <a:t>Environmental Protection</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b="1" lang="en" sz="1200">
                          <a:latin typeface="Alexandria"/>
                          <a:ea typeface="Alexandria"/>
                          <a:cs typeface="Alexandria"/>
                          <a:sym typeface="Alexandria"/>
                        </a:rPr>
                        <a:t>IEC 60068</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lang="en" sz="1200">
                          <a:latin typeface="Alexandria"/>
                          <a:ea typeface="Alexandria"/>
                          <a:cs typeface="Alexandria"/>
                          <a:sym typeface="Alexandria"/>
                        </a:rPr>
                        <a:t>Environmental Testing</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lang="en" sz="1200">
                          <a:latin typeface="Alexandria"/>
                          <a:ea typeface="Alexandria"/>
                          <a:cs typeface="Alexandria"/>
                          <a:sym typeface="Alexandria"/>
                        </a:rPr>
                        <a:t>Ensures operation under heat, humidity, and dust conditions</a:t>
                      </a:r>
                      <a:endParaRPr sz="1200">
                        <a:latin typeface="Alexandria"/>
                        <a:ea typeface="Alexandria"/>
                        <a:cs typeface="Alexandria"/>
                        <a:sym typeface="Alexandria"/>
                      </a:endParaRPr>
                    </a:p>
                  </a:txBody>
                  <a:tcPr marT="91425" marB="91425" marR="91425" marL="91425"/>
                </a:tc>
              </a:tr>
              <a:tr h="381000">
                <a:tc>
                  <a:txBody>
                    <a:bodyPr/>
                    <a:lstStyle/>
                    <a:p>
                      <a:pPr indent="0" lvl="0" marL="0" rtl="0" algn="just">
                        <a:spcBef>
                          <a:spcPts val="0"/>
                        </a:spcBef>
                        <a:spcAft>
                          <a:spcPts val="0"/>
                        </a:spcAft>
                        <a:buNone/>
                      </a:pPr>
                      <a:r>
                        <a:rPr lang="en" sz="1200">
                          <a:latin typeface="Alexandria"/>
                          <a:ea typeface="Alexandria"/>
                          <a:cs typeface="Alexandria"/>
                          <a:sym typeface="Alexandria"/>
                        </a:rPr>
                        <a:t>Cybersecurity &amp; Data Integrity</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b="1" lang="en" sz="1200">
                          <a:latin typeface="Alexandria"/>
                          <a:ea typeface="Alexandria"/>
                          <a:cs typeface="Alexandria"/>
                          <a:sym typeface="Alexandria"/>
                        </a:rPr>
                        <a:t>IEEE 1686</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lang="en" sz="1200">
                          <a:latin typeface="Alexandria"/>
                          <a:ea typeface="Alexandria"/>
                          <a:cs typeface="Alexandria"/>
                          <a:sym typeface="Alexandria"/>
                        </a:rPr>
                        <a:t>Cyber Security for Intelligent Electronic Devices</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lang="en" sz="1200">
                          <a:latin typeface="Alexandria"/>
                          <a:ea typeface="Alexandria"/>
                          <a:cs typeface="Alexandria"/>
                          <a:sym typeface="Alexandria"/>
                        </a:rPr>
                        <a:t>Increasingly relevant for smart grid and IoT-based monitoring.</a:t>
                      </a:r>
                      <a:endParaRPr sz="1200">
                        <a:latin typeface="Alexandria"/>
                        <a:ea typeface="Alexandria"/>
                        <a:cs typeface="Alexandria"/>
                        <a:sym typeface="Alexandria"/>
                      </a:endParaRPr>
                    </a:p>
                  </a:txBody>
                  <a:tcPr marT="91425" marB="91425" marR="91425" marL="91425"/>
                </a:tc>
              </a:tr>
              <a:tr h="597900">
                <a:tc>
                  <a:txBody>
                    <a:bodyPr/>
                    <a:lstStyle/>
                    <a:p>
                      <a:pPr indent="0" lvl="0" marL="0" rtl="0" algn="just">
                        <a:spcBef>
                          <a:spcPts val="0"/>
                        </a:spcBef>
                        <a:spcAft>
                          <a:spcPts val="0"/>
                        </a:spcAft>
                        <a:buNone/>
                      </a:pPr>
                      <a:r>
                        <a:rPr lang="en" sz="1200">
                          <a:latin typeface="Alexandria"/>
                          <a:ea typeface="Alexandria"/>
                          <a:cs typeface="Alexandria"/>
                          <a:sym typeface="Alexandria"/>
                        </a:rPr>
                        <a:t>Ethics &amp; Sustainability</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b="1" lang="en" sz="1200">
                          <a:latin typeface="Alexandria"/>
                          <a:ea typeface="Alexandria"/>
                          <a:cs typeface="Alexandria"/>
                          <a:sym typeface="Alexandria"/>
                        </a:rPr>
                        <a:t>UN SDGs (7, 9, 11)</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lang="en" sz="1200">
                          <a:latin typeface="Alexandria"/>
                          <a:ea typeface="Alexandria"/>
                          <a:cs typeface="Alexandria"/>
                          <a:sym typeface="Alexandria"/>
                        </a:rPr>
                        <a:t>Sustainable Development Goals</a:t>
                      </a:r>
                      <a:endParaRPr sz="1200">
                        <a:latin typeface="Alexandria"/>
                        <a:ea typeface="Alexandria"/>
                        <a:cs typeface="Alexandria"/>
                        <a:sym typeface="Alexandria"/>
                      </a:endParaRPr>
                    </a:p>
                  </a:txBody>
                  <a:tcPr marT="91425" marB="91425" marR="91425" marL="91425"/>
                </a:tc>
                <a:tc>
                  <a:txBody>
                    <a:bodyPr/>
                    <a:lstStyle/>
                    <a:p>
                      <a:pPr indent="0" lvl="0" marL="0" rtl="0" algn="just">
                        <a:spcBef>
                          <a:spcPts val="0"/>
                        </a:spcBef>
                        <a:spcAft>
                          <a:spcPts val="0"/>
                        </a:spcAft>
                        <a:buNone/>
                      </a:pPr>
                      <a:r>
                        <a:rPr lang="en" sz="1200">
                          <a:latin typeface="Alexandria"/>
                          <a:ea typeface="Alexandria"/>
                          <a:cs typeface="Alexandria"/>
                          <a:sym typeface="Alexandria"/>
                        </a:rPr>
                        <a:t>Aligns with Bangladesh’s national energy and infrastructure goals</a:t>
                      </a:r>
                      <a:endParaRPr sz="1200">
                        <a:latin typeface="Alexandria"/>
                        <a:ea typeface="Alexandria"/>
                        <a:cs typeface="Alexandria"/>
                        <a:sym typeface="Alexandria"/>
                      </a:endParaRPr>
                    </a:p>
                  </a:txBody>
                  <a:tcPr marT="91425" marB="91425" marR="91425" marL="91425"/>
                </a:tc>
              </a:tr>
            </a:tbl>
          </a:graphicData>
        </a:graphic>
      </p:graphicFrame>
      <p:sp>
        <p:nvSpPr>
          <p:cNvPr id="719" name="Google Shape;719;p65"/>
          <p:cNvSpPr txBox="1"/>
          <p:nvPr/>
        </p:nvSpPr>
        <p:spPr>
          <a:xfrm>
            <a:off x="2601825" y="4746550"/>
            <a:ext cx="4677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212F40"/>
                </a:solidFill>
                <a:latin typeface="Epilogue"/>
                <a:ea typeface="Epilogue"/>
                <a:cs typeface="Epilogue"/>
                <a:sym typeface="Epilogue"/>
              </a:rPr>
              <a:t>Table-6(b): Applicable Standards and Codes</a:t>
            </a:r>
            <a:endParaRPr>
              <a:latin typeface="Epilogue"/>
              <a:ea typeface="Epilogue"/>
              <a:cs typeface="Epilogue"/>
              <a:sym typeface="Epilogue"/>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66"/>
          <p:cNvSpPr txBox="1"/>
          <p:nvPr>
            <p:ph type="title"/>
          </p:nvPr>
        </p:nvSpPr>
        <p:spPr>
          <a:xfrm>
            <a:off x="141650" y="325175"/>
            <a:ext cx="7556100" cy="402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400">
                <a:solidFill>
                  <a:srgbClr val="000000"/>
                </a:solidFill>
              </a:rPr>
              <a:t>Future Implications</a:t>
            </a:r>
            <a:endParaRPr sz="2400">
              <a:solidFill>
                <a:srgbClr val="000000"/>
              </a:solidFill>
            </a:endParaRPr>
          </a:p>
        </p:txBody>
      </p:sp>
      <p:sp>
        <p:nvSpPr>
          <p:cNvPr id="725" name="Google Shape;725;p66"/>
          <p:cNvSpPr txBox="1"/>
          <p:nvPr/>
        </p:nvSpPr>
        <p:spPr>
          <a:xfrm>
            <a:off x="903050" y="1230250"/>
            <a:ext cx="6727200" cy="2957700"/>
          </a:xfrm>
          <a:prstGeom prst="rect">
            <a:avLst/>
          </a:prstGeom>
          <a:noFill/>
          <a:ln>
            <a:noFill/>
          </a:ln>
        </p:spPr>
        <p:txBody>
          <a:bodyPr anchorCtr="0" anchor="t" bIns="91425" lIns="91425" spcFirstLastPara="1" rIns="91425" wrap="square" tIns="91425">
            <a:noAutofit/>
          </a:bodyPr>
          <a:lstStyle/>
          <a:p>
            <a:pPr indent="-330200" lvl="0" marL="457200" marR="0" rtl="0" algn="just">
              <a:lnSpc>
                <a:spcPct val="100000"/>
              </a:lnSpc>
              <a:spcBef>
                <a:spcPts val="0"/>
              </a:spcBef>
              <a:spcAft>
                <a:spcPts val="0"/>
              </a:spcAft>
              <a:buClr>
                <a:srgbClr val="000000"/>
              </a:buClr>
              <a:buSzPts val="1600"/>
              <a:buFont typeface="Alexandria"/>
              <a:buChar char="●"/>
            </a:pPr>
            <a:r>
              <a:rPr i="0" lang="en" sz="1600" u="none" cap="none" strike="noStrike">
                <a:solidFill>
                  <a:srgbClr val="000000"/>
                </a:solidFill>
                <a:latin typeface="Alexandria"/>
                <a:ea typeface="Alexandria"/>
                <a:cs typeface="Alexandria"/>
                <a:sym typeface="Alexandria"/>
              </a:rPr>
              <a:t>The developed smart communicable FPI system can be scaled and implemented for 11 kV medium-voltage distribution networks to enhance fault localization and feeder monitoring.</a:t>
            </a:r>
            <a:endParaRPr i="0" sz="1600" u="none" cap="none" strike="noStrike">
              <a:solidFill>
                <a:srgbClr val="000000"/>
              </a:solidFill>
              <a:latin typeface="Alexandria"/>
              <a:ea typeface="Alexandria"/>
              <a:cs typeface="Alexandria"/>
              <a:sym typeface="Alexandria"/>
            </a:endParaRPr>
          </a:p>
          <a:p>
            <a:pPr indent="0" lvl="0" marL="457200" marR="0" rtl="0" algn="just">
              <a:lnSpc>
                <a:spcPct val="100000"/>
              </a:lnSpc>
              <a:spcBef>
                <a:spcPts val="0"/>
              </a:spcBef>
              <a:spcAft>
                <a:spcPts val="0"/>
              </a:spcAft>
              <a:buClr>
                <a:srgbClr val="000000"/>
              </a:buClr>
              <a:buSzPts val="1500"/>
              <a:buFont typeface="Arial"/>
              <a:buNone/>
            </a:pPr>
            <a:r>
              <a:t/>
            </a:r>
            <a:endParaRPr i="0" sz="1600" u="none" cap="none" strike="noStrike">
              <a:solidFill>
                <a:srgbClr val="000000"/>
              </a:solidFill>
              <a:latin typeface="Alexandria"/>
              <a:ea typeface="Alexandria"/>
              <a:cs typeface="Alexandria"/>
              <a:sym typeface="Alexandria"/>
            </a:endParaRPr>
          </a:p>
          <a:p>
            <a:pPr indent="-330200" lvl="0" marL="457200" marR="0" rtl="0" algn="just">
              <a:lnSpc>
                <a:spcPct val="100000"/>
              </a:lnSpc>
              <a:spcBef>
                <a:spcPts val="0"/>
              </a:spcBef>
              <a:spcAft>
                <a:spcPts val="0"/>
              </a:spcAft>
              <a:buClr>
                <a:srgbClr val="000000"/>
              </a:buClr>
              <a:buSzPts val="1600"/>
              <a:buFont typeface="Alexandria"/>
              <a:buChar char="●"/>
            </a:pPr>
            <a:r>
              <a:rPr i="0" lang="en" sz="1600" u="none" cap="none" strike="noStrike">
                <a:solidFill>
                  <a:srgbClr val="000000"/>
                </a:solidFill>
                <a:latin typeface="Alexandria"/>
                <a:ea typeface="Alexandria"/>
                <a:cs typeface="Alexandria"/>
                <a:sym typeface="Alexandria"/>
              </a:rPr>
              <a:t>Advanced data analytics and machine learning techniques can improve fault detection accuracy and enable predictive maintenance in future prospects.</a:t>
            </a:r>
            <a:endParaRPr i="0" sz="1600" u="none" cap="none" strike="noStrike">
              <a:solidFill>
                <a:srgbClr val="000000"/>
              </a:solidFill>
              <a:latin typeface="Alexandria"/>
              <a:ea typeface="Alexandria"/>
              <a:cs typeface="Alexandria"/>
              <a:sym typeface="Alexandria"/>
            </a:endParaRPr>
          </a:p>
          <a:p>
            <a:pPr indent="0" lvl="0" marL="457200" marR="0" rtl="0" algn="just">
              <a:lnSpc>
                <a:spcPct val="100000"/>
              </a:lnSpc>
              <a:spcBef>
                <a:spcPts val="0"/>
              </a:spcBef>
              <a:spcAft>
                <a:spcPts val="0"/>
              </a:spcAft>
              <a:buClr>
                <a:srgbClr val="000000"/>
              </a:buClr>
              <a:buSzPts val="1500"/>
              <a:buFont typeface="Arial"/>
              <a:buNone/>
            </a:pPr>
            <a:r>
              <a:t/>
            </a:r>
            <a:endParaRPr i="0" sz="1600" u="none" cap="none" strike="noStrike">
              <a:solidFill>
                <a:srgbClr val="000000"/>
              </a:solidFill>
              <a:latin typeface="Alexandria"/>
              <a:ea typeface="Alexandria"/>
              <a:cs typeface="Alexandria"/>
              <a:sym typeface="Alexandria"/>
            </a:endParaRPr>
          </a:p>
          <a:p>
            <a:pPr indent="-330200" lvl="0" marL="457200" marR="0" rtl="0" algn="just">
              <a:lnSpc>
                <a:spcPct val="100000"/>
              </a:lnSpc>
              <a:spcBef>
                <a:spcPts val="0"/>
              </a:spcBef>
              <a:spcAft>
                <a:spcPts val="0"/>
              </a:spcAft>
              <a:buClr>
                <a:srgbClr val="000000"/>
              </a:buClr>
              <a:buSzPts val="1600"/>
              <a:buFont typeface="Alexandria"/>
              <a:buChar char="●"/>
            </a:pPr>
            <a:r>
              <a:rPr i="0" lang="en" sz="1600" u="none" cap="none" strike="noStrike">
                <a:solidFill>
                  <a:srgbClr val="000000"/>
                </a:solidFill>
                <a:latin typeface="Alexandria"/>
                <a:ea typeface="Alexandria"/>
                <a:cs typeface="Alexandria"/>
                <a:sym typeface="Alexandria"/>
              </a:rPr>
              <a:t>Integration with SCADA and distribution automation systems can support automated fault isolation and faster service restoration.</a:t>
            </a:r>
            <a:endParaRPr i="0" sz="1600" u="none" cap="none" strike="noStrike">
              <a:solidFill>
                <a:schemeClr val="dk1"/>
              </a:solidFill>
              <a:latin typeface="Alexandria"/>
              <a:ea typeface="Alexandria"/>
              <a:cs typeface="Alexandria"/>
              <a:sym typeface="Alexandria"/>
            </a:endParaRPr>
          </a:p>
          <a:p>
            <a:pPr indent="0" lvl="0" marL="457200" marR="0" rtl="0" algn="just">
              <a:lnSpc>
                <a:spcPct val="100000"/>
              </a:lnSpc>
              <a:spcBef>
                <a:spcPts val="0"/>
              </a:spcBef>
              <a:spcAft>
                <a:spcPts val="0"/>
              </a:spcAft>
              <a:buClr>
                <a:srgbClr val="000000"/>
              </a:buClr>
              <a:buSzPts val="1100"/>
              <a:buFont typeface="Arial"/>
              <a:buNone/>
            </a:pPr>
            <a:r>
              <a:t/>
            </a:r>
            <a:endParaRPr i="0" sz="1600" u="none" cap="none" strike="noStrike">
              <a:solidFill>
                <a:srgbClr val="000000"/>
              </a:solidFill>
              <a:latin typeface="Alexandria"/>
              <a:ea typeface="Alexandria"/>
              <a:cs typeface="Alexandria"/>
              <a:sym typeface="Alexandria"/>
            </a:endParaRPr>
          </a:p>
          <a:p>
            <a:pPr indent="0" lvl="0" marL="0" marR="0" rtl="0" algn="just">
              <a:lnSpc>
                <a:spcPct val="100000"/>
              </a:lnSpc>
              <a:spcBef>
                <a:spcPts val="0"/>
              </a:spcBef>
              <a:spcAft>
                <a:spcPts val="0"/>
              </a:spcAft>
              <a:buClr>
                <a:srgbClr val="000000"/>
              </a:buClr>
              <a:buSzPts val="1100"/>
              <a:buFont typeface="Arial"/>
              <a:buNone/>
            </a:pPr>
            <a:r>
              <a:t/>
            </a:r>
            <a:endParaRPr i="0" sz="1600" u="none" cap="none" strike="noStrike">
              <a:solidFill>
                <a:srgbClr val="000000"/>
              </a:solidFill>
              <a:latin typeface="Alexandria"/>
              <a:ea typeface="Alexandria"/>
              <a:cs typeface="Alexandria"/>
              <a:sym typeface="Alexandria"/>
            </a:endParaRPr>
          </a:p>
        </p:txBody>
      </p:sp>
      <p:sp>
        <p:nvSpPr>
          <p:cNvPr id="726" name="Google Shape;726;p6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6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2" name="Google Shape;732;p67"/>
          <p:cNvSpPr txBox="1"/>
          <p:nvPr/>
        </p:nvSpPr>
        <p:spPr>
          <a:xfrm>
            <a:off x="114875" y="103650"/>
            <a:ext cx="8054100" cy="99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Epilogue"/>
                <a:ea typeface="Epilogue"/>
                <a:cs typeface="Epilogue"/>
                <a:sym typeface="Epilogue"/>
              </a:rPr>
              <a:t>Attributes of Complex Engineering Problems (EP)</a:t>
            </a:r>
            <a:endParaRPr b="1" sz="2400">
              <a:latin typeface="Epilogue"/>
              <a:ea typeface="Epilogue"/>
              <a:cs typeface="Epilogue"/>
              <a:sym typeface="Epilogue"/>
            </a:endParaRPr>
          </a:p>
        </p:txBody>
      </p:sp>
      <p:pic>
        <p:nvPicPr>
          <p:cNvPr id="733" name="Google Shape;733;p67" title="Screenshot 2026-01-02 221734.png"/>
          <p:cNvPicPr preferRelativeResize="0"/>
          <p:nvPr/>
        </p:nvPicPr>
        <p:blipFill>
          <a:blip r:embed="rId3">
            <a:alphaModFix/>
          </a:blip>
          <a:stretch>
            <a:fillRect/>
          </a:stretch>
        </p:blipFill>
        <p:spPr>
          <a:xfrm>
            <a:off x="840300" y="926175"/>
            <a:ext cx="7250202" cy="37405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6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9" name="Google Shape;739;p68"/>
          <p:cNvSpPr txBox="1"/>
          <p:nvPr/>
        </p:nvSpPr>
        <p:spPr>
          <a:xfrm>
            <a:off x="114875" y="131675"/>
            <a:ext cx="8320500" cy="117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Epilogue"/>
                <a:ea typeface="Epilogue"/>
                <a:cs typeface="Epilogue"/>
                <a:sym typeface="Epilogue"/>
              </a:rPr>
              <a:t>Attributes of Complex Engineering Activities (EA)</a:t>
            </a:r>
            <a:endParaRPr b="1" sz="2400">
              <a:latin typeface="Epilogue"/>
              <a:ea typeface="Epilogue"/>
              <a:cs typeface="Epilogue"/>
              <a:sym typeface="Epilogue"/>
            </a:endParaRPr>
          </a:p>
        </p:txBody>
      </p:sp>
      <p:pic>
        <p:nvPicPr>
          <p:cNvPr id="740" name="Google Shape;740;p68" title="Screenshot 2026-01-02 222049.png"/>
          <p:cNvPicPr preferRelativeResize="0"/>
          <p:nvPr/>
        </p:nvPicPr>
        <p:blipFill>
          <a:blip r:embed="rId3">
            <a:alphaModFix/>
          </a:blip>
          <a:stretch>
            <a:fillRect/>
          </a:stretch>
        </p:blipFill>
        <p:spPr>
          <a:xfrm>
            <a:off x="732475" y="1308276"/>
            <a:ext cx="7824300" cy="2680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6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6" name="Google Shape;746;p69"/>
          <p:cNvSpPr txBox="1"/>
          <p:nvPr/>
        </p:nvSpPr>
        <p:spPr>
          <a:xfrm>
            <a:off x="123700" y="87150"/>
            <a:ext cx="43062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 sz="2400" u="none" cap="none" strike="noStrike">
                <a:latin typeface="Epilogue"/>
                <a:ea typeface="Epilogue"/>
                <a:cs typeface="Epilogue"/>
                <a:sym typeface="Epilogue"/>
              </a:rPr>
              <a:t>References:</a:t>
            </a:r>
            <a:endParaRPr b="1" i="0" sz="2400" u="none" cap="none" strike="noStrike">
              <a:latin typeface="Epilogue"/>
              <a:ea typeface="Epilogue"/>
              <a:cs typeface="Epilogue"/>
              <a:sym typeface="Epilogue"/>
            </a:endParaRPr>
          </a:p>
        </p:txBody>
      </p:sp>
      <p:sp>
        <p:nvSpPr>
          <p:cNvPr id="747" name="Google Shape;747;p69"/>
          <p:cNvSpPr txBox="1"/>
          <p:nvPr/>
        </p:nvSpPr>
        <p:spPr>
          <a:xfrm>
            <a:off x="123700" y="436550"/>
            <a:ext cx="8653800" cy="5273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t/>
            </a:r>
            <a:endParaRPr sz="1200">
              <a:latin typeface="Alexandria Medium"/>
              <a:ea typeface="Alexandria Medium"/>
              <a:cs typeface="Alexandria Medium"/>
              <a:sym typeface="Alexandria Medium"/>
            </a:endParaRPr>
          </a:p>
          <a:p>
            <a:pPr indent="0" lvl="0" marL="0" rtl="0" algn="l">
              <a:spcBef>
                <a:spcPts val="0"/>
              </a:spcBef>
              <a:spcAft>
                <a:spcPts val="0"/>
              </a:spcAft>
              <a:buNone/>
            </a:pPr>
            <a:r>
              <a:rPr lang="en" sz="1200">
                <a:latin typeface="Alexandria Medium"/>
                <a:ea typeface="Alexandria Medium"/>
                <a:cs typeface="Alexandria Medium"/>
                <a:sym typeface="Alexandria Medium"/>
              </a:rPr>
              <a:t>[1] S. H. Asman, N. F. A. Aziz, U. A. U. Amirulddin, and M. Z. A. A. Kadir, “Transient Fault Detection and location in power Distribution Network: A review of current practices and challenges in Malaysia,” </a:t>
            </a:r>
            <a:r>
              <a:rPr i="1" lang="en" sz="1200">
                <a:latin typeface="Alexandria Medium"/>
                <a:ea typeface="Alexandria Medium"/>
                <a:cs typeface="Alexandria Medium"/>
                <a:sym typeface="Alexandria Medium"/>
              </a:rPr>
              <a:t>Energies</a:t>
            </a:r>
            <a:r>
              <a:rPr lang="en" sz="1200">
                <a:latin typeface="Alexandria Medium"/>
                <a:ea typeface="Alexandria Medium"/>
                <a:cs typeface="Alexandria Medium"/>
                <a:sym typeface="Alexandria Medium"/>
              </a:rPr>
              <a:t>, vol. 14, no. 11, p. 2988, May 2021, doi: 10.3390/en14112988.</a:t>
            </a:r>
            <a:endParaRPr sz="1200">
              <a:latin typeface="Alexandria Medium"/>
              <a:ea typeface="Alexandria Medium"/>
              <a:cs typeface="Alexandria Medium"/>
              <a:sym typeface="Alexandria Medium"/>
            </a:endParaRPr>
          </a:p>
          <a:p>
            <a:pPr indent="0" lvl="0" marL="0" rtl="0" algn="l">
              <a:spcBef>
                <a:spcPts val="0"/>
              </a:spcBef>
              <a:spcAft>
                <a:spcPts val="0"/>
              </a:spcAft>
              <a:buNone/>
            </a:pPr>
            <a:r>
              <a:rPr lang="en" sz="1200">
                <a:latin typeface="Alexandria Medium"/>
                <a:ea typeface="Alexandria Medium"/>
                <a:cs typeface="Alexandria Medium"/>
                <a:sym typeface="Alexandria Medium"/>
              </a:rPr>
              <a:t>[2] S. Ali, M. Yongzhi, and W. Ali, “Prevention and detection of electricity theft of distribution network,” </a:t>
            </a:r>
            <a:r>
              <a:rPr i="1" lang="en" sz="1200">
                <a:latin typeface="Alexandria Medium"/>
                <a:ea typeface="Alexandria Medium"/>
                <a:cs typeface="Alexandria Medium"/>
                <a:sym typeface="Alexandria Medium"/>
              </a:rPr>
              <a:t>Sustainability</a:t>
            </a:r>
            <a:r>
              <a:rPr lang="en" sz="1200">
                <a:latin typeface="Alexandria Medium"/>
                <a:ea typeface="Alexandria Medium"/>
                <a:cs typeface="Alexandria Medium"/>
                <a:sym typeface="Alexandria Medium"/>
              </a:rPr>
              <a:t>, vol. 15, no. 6, p. 4868, Mar. 2023, doi: 10.3390/su15064868.</a:t>
            </a:r>
            <a:endParaRPr sz="1200">
              <a:latin typeface="Alexandria Medium"/>
              <a:ea typeface="Alexandria Medium"/>
              <a:cs typeface="Alexandria Medium"/>
              <a:sym typeface="Alexandria Medium"/>
            </a:endParaRPr>
          </a:p>
          <a:p>
            <a:pPr indent="0" lvl="0" marL="0" rtl="0" algn="l">
              <a:spcBef>
                <a:spcPts val="0"/>
              </a:spcBef>
              <a:spcAft>
                <a:spcPts val="0"/>
              </a:spcAft>
              <a:buNone/>
            </a:pPr>
            <a:r>
              <a:rPr lang="en" sz="1200">
                <a:latin typeface="Alexandria Medium"/>
                <a:ea typeface="Alexandria Medium"/>
                <a:cs typeface="Alexandria Medium"/>
                <a:sym typeface="Alexandria Medium"/>
              </a:rPr>
              <a:t>[3] K. Mahmud and A. K. M. M. Haque, “Power Scenario of Bangladesh and Schemes of Sustainable Optimal Reduction in the Power System Loss,” </a:t>
            </a:r>
            <a:r>
              <a:rPr i="1" lang="en" sz="1200">
                <a:latin typeface="Alexandria Medium"/>
                <a:ea typeface="Alexandria Medium"/>
                <a:cs typeface="Alexandria Medium"/>
                <a:sym typeface="Alexandria Medium"/>
              </a:rPr>
              <a:t>Global Journal of Research in Engineering</a:t>
            </a:r>
            <a:r>
              <a:rPr lang="en" sz="1200">
                <a:latin typeface="Alexandria Medium"/>
                <a:ea typeface="Alexandria Medium"/>
                <a:cs typeface="Alexandria Medium"/>
                <a:sym typeface="Alexandria Medium"/>
              </a:rPr>
              <a:t>, vol. 12, Sep. 2012, [Online]. </a:t>
            </a:r>
            <a:endParaRPr sz="1200">
              <a:latin typeface="Alexandria Medium"/>
              <a:ea typeface="Alexandria Medium"/>
              <a:cs typeface="Alexandria Medium"/>
              <a:sym typeface="Alexandria Medium"/>
            </a:endParaRPr>
          </a:p>
          <a:p>
            <a:pPr indent="0" lvl="0" marL="0" rtl="0" algn="l">
              <a:lnSpc>
                <a:spcPct val="115000"/>
              </a:lnSpc>
              <a:spcBef>
                <a:spcPts val="0"/>
              </a:spcBef>
              <a:spcAft>
                <a:spcPts val="0"/>
              </a:spcAft>
              <a:buNone/>
            </a:pPr>
            <a:r>
              <a:rPr lang="en" sz="1200">
                <a:latin typeface="Alexandria Medium"/>
                <a:ea typeface="Alexandria Medium"/>
                <a:cs typeface="Alexandria Medium"/>
                <a:sym typeface="Alexandria Medium"/>
              </a:rPr>
              <a:t>[4] M. Habib and N. Taylor, “Incremental phase-current based fault passage indication for earth faults in resonant earthed networks,” Electricity, vol. 4, no. 2, pp. 197–214, 2023, doi: 10.3390/electricity4020007.</a:t>
            </a:r>
            <a:endParaRPr sz="1200">
              <a:latin typeface="Alexandria Medium"/>
              <a:ea typeface="Alexandria Medium"/>
              <a:cs typeface="Alexandria Medium"/>
              <a:sym typeface="Alexandria Medium"/>
            </a:endParaRPr>
          </a:p>
          <a:p>
            <a:pPr indent="0" lvl="0" marL="0" rtl="0" algn="l">
              <a:lnSpc>
                <a:spcPct val="115000"/>
              </a:lnSpc>
              <a:spcBef>
                <a:spcPts val="0"/>
              </a:spcBef>
              <a:spcAft>
                <a:spcPts val="0"/>
              </a:spcAft>
              <a:buNone/>
            </a:pPr>
            <a:r>
              <a:rPr lang="en" sz="1200">
                <a:latin typeface="Alexandria Medium"/>
                <a:ea typeface="Alexandria Medium"/>
                <a:cs typeface="Alexandria Medium"/>
                <a:sym typeface="Alexandria Medium"/>
              </a:rPr>
              <a:t>[5] B. Olejnik, “Adaptive zero-sequence overcurrent criterion for earth fault detection for fault current passage indicators in resistor grounded medium voltage networks,” IEEE Access, vol. 9, pp. 63952–63965, 2021, doi: 10.1109/ACCESS.2021.3076022.</a:t>
            </a:r>
            <a:endParaRPr sz="1200">
              <a:latin typeface="Alexandria Medium"/>
              <a:ea typeface="Alexandria Medium"/>
              <a:cs typeface="Alexandria Medium"/>
              <a:sym typeface="Alexandria Medium"/>
            </a:endParaRPr>
          </a:p>
          <a:p>
            <a:pPr indent="0" lvl="0" marL="0" rtl="0" algn="l">
              <a:lnSpc>
                <a:spcPct val="115000"/>
              </a:lnSpc>
              <a:spcBef>
                <a:spcPts val="0"/>
              </a:spcBef>
              <a:spcAft>
                <a:spcPts val="0"/>
              </a:spcAft>
              <a:buNone/>
            </a:pPr>
            <a:r>
              <a:rPr lang="en" sz="1200">
                <a:latin typeface="Alexandria Medium"/>
                <a:ea typeface="Alexandria Medium"/>
                <a:cs typeface="Alexandria Medium"/>
                <a:sym typeface="Alexandria Medium"/>
              </a:rPr>
              <a:t>[6] T. Jain, D. Ghosh, and D. Mohanta, “Augmentation of situational awareness by fault passage indicators in distribution network incorporating network reconfiguration,” Protection and Control of Modern Power Systems, vol. 4, no. 1, pp. 1–14, 2019, doi: 10.1186/s41601-019-0140-6.</a:t>
            </a:r>
            <a:endParaRPr sz="1200">
              <a:latin typeface="Alexandria Medium"/>
              <a:ea typeface="Alexandria Medium"/>
              <a:cs typeface="Alexandria Medium"/>
              <a:sym typeface="Alexandria Medium"/>
            </a:endParaRPr>
          </a:p>
          <a:p>
            <a:pPr indent="0" lvl="0" marL="0" rtl="0" algn="l">
              <a:lnSpc>
                <a:spcPct val="115000"/>
              </a:lnSpc>
              <a:spcBef>
                <a:spcPts val="0"/>
              </a:spcBef>
              <a:spcAft>
                <a:spcPts val="0"/>
              </a:spcAft>
              <a:buNone/>
            </a:pPr>
            <a:r>
              <a:rPr lang="en" sz="1200">
                <a:latin typeface="Alexandria Medium"/>
                <a:ea typeface="Alexandria Medium"/>
                <a:cs typeface="Alexandria Medium"/>
                <a:sym typeface="Alexandria Medium"/>
              </a:rPr>
              <a:t>[7] B. Olejnik and B. Zięba, “Improving the efficiency of earth fault detection by fault current passage indicators in medium-voltage compensated overhead networks,” Energies, vol. 15, no. 23, pp. 1–20, 2022, doi: 10.3390/en15239007.</a:t>
            </a:r>
            <a:endParaRPr sz="1200">
              <a:latin typeface="Alexandria Medium"/>
              <a:ea typeface="Alexandria Medium"/>
              <a:cs typeface="Alexandria Medium"/>
              <a:sym typeface="Alexandria Medium"/>
            </a:endParaRPr>
          </a:p>
          <a:p>
            <a:pPr indent="0" lvl="0" marL="0" rtl="0" algn="l">
              <a:lnSpc>
                <a:spcPct val="115000"/>
              </a:lnSpc>
              <a:spcBef>
                <a:spcPts val="0"/>
              </a:spcBef>
              <a:spcAft>
                <a:spcPts val="0"/>
              </a:spcAft>
              <a:buNone/>
            </a:pPr>
            <a:r>
              <a:rPr lang="en" sz="1200">
                <a:latin typeface="Alexandria Medium"/>
                <a:ea typeface="Alexandria Medium"/>
                <a:cs typeface="Alexandria Medium"/>
                <a:sym typeface="Alexandria Medium"/>
              </a:rPr>
              <a:t>[8] A. Farughian, L. Kumpulainen, K. Kauhaniemi, S. Pettissalo, and V. Sallinen, “Technical requirements for practical implementation of fault passage indication,” in Proc. IEEE PES Innovative Smart Grid Technologies Europe (ISGT Europe), 2021, pp. 1–6, doi: 10.1109/ISGTEurope52324.2021.9640016.</a:t>
            </a:r>
            <a:endParaRPr sz="1200">
              <a:latin typeface="Alexandria Medium"/>
              <a:ea typeface="Alexandria Medium"/>
              <a:cs typeface="Alexandria Medium"/>
              <a:sym typeface="Alexandria Medium"/>
            </a:endParaRPr>
          </a:p>
          <a:p>
            <a:pPr indent="0" lvl="0" marL="0" rtl="0" algn="l">
              <a:lnSpc>
                <a:spcPct val="115000"/>
              </a:lnSpc>
              <a:spcBef>
                <a:spcPts val="0"/>
              </a:spcBef>
              <a:spcAft>
                <a:spcPts val="0"/>
              </a:spcAft>
              <a:buNone/>
            </a:pPr>
            <a:r>
              <a:t/>
            </a:r>
            <a:endParaRPr sz="1200">
              <a:latin typeface="Alexandria Medium"/>
              <a:ea typeface="Alexandria Medium"/>
              <a:cs typeface="Alexandria Medium"/>
              <a:sym typeface="Alexandria Medium"/>
            </a:endParaRPr>
          </a:p>
          <a:p>
            <a:pPr indent="0" lvl="0" marL="0" rtl="0" algn="l">
              <a:lnSpc>
                <a:spcPct val="115000"/>
              </a:lnSpc>
              <a:spcBef>
                <a:spcPts val="0"/>
              </a:spcBef>
              <a:spcAft>
                <a:spcPts val="0"/>
              </a:spcAft>
              <a:buNone/>
            </a:pPr>
            <a:r>
              <a:t/>
            </a:r>
            <a:endParaRPr sz="1200">
              <a:latin typeface="Alexandria Medium"/>
              <a:ea typeface="Alexandria Medium"/>
              <a:cs typeface="Alexandria Medium"/>
              <a:sym typeface="Alexandria Medium"/>
            </a:endParaRPr>
          </a:p>
          <a:p>
            <a:pPr indent="0" lvl="0" marL="0" rtl="0" algn="l">
              <a:lnSpc>
                <a:spcPct val="115000"/>
              </a:lnSpc>
              <a:spcBef>
                <a:spcPts val="0"/>
              </a:spcBef>
              <a:spcAft>
                <a:spcPts val="0"/>
              </a:spcAft>
              <a:buNone/>
            </a:pPr>
            <a:r>
              <a:t/>
            </a:r>
            <a:endParaRPr sz="1200">
              <a:latin typeface="Alexandria Medium"/>
              <a:ea typeface="Alexandria Medium"/>
              <a:cs typeface="Alexandria Medium"/>
              <a:sym typeface="Alexandria Medium"/>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7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3" name="Google Shape;753;p70"/>
          <p:cNvSpPr txBox="1"/>
          <p:nvPr/>
        </p:nvSpPr>
        <p:spPr>
          <a:xfrm>
            <a:off x="102000" y="132300"/>
            <a:ext cx="8940000" cy="515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latin typeface="Alexandria Medium"/>
                <a:ea typeface="Alexandria Medium"/>
                <a:cs typeface="Alexandria Medium"/>
                <a:sym typeface="Alexandria Medium"/>
              </a:rPr>
              <a:t>[9] J. Altonen, A. Wahlroos, and S. Vähäkuopus, “Application of multi-frequency admittance-based fault passage indication in practical compensated medium-voltage network,” in Proc. CIRED, 2017, pp. 947–951, doi: 10.1049/oap-cired.2017.0967.</a:t>
            </a:r>
            <a:endParaRPr sz="1200">
              <a:latin typeface="Alexandria Medium"/>
              <a:ea typeface="Alexandria Medium"/>
              <a:cs typeface="Alexandria Medium"/>
              <a:sym typeface="Alexandria Medium"/>
            </a:endParaRPr>
          </a:p>
          <a:p>
            <a:pPr indent="0" lvl="0" marL="0" rtl="0" algn="l">
              <a:lnSpc>
                <a:spcPct val="115000"/>
              </a:lnSpc>
              <a:spcBef>
                <a:spcPts val="0"/>
              </a:spcBef>
              <a:spcAft>
                <a:spcPts val="0"/>
              </a:spcAft>
              <a:buNone/>
            </a:pPr>
            <a:r>
              <a:rPr lang="en" sz="1200">
                <a:latin typeface="Alexandria Medium"/>
                <a:ea typeface="Alexandria Medium"/>
                <a:cs typeface="Alexandria Medium"/>
                <a:sym typeface="Alexandria Medium"/>
              </a:rPr>
              <a:t>[10] J. Altonen and A. Wahlroos, “Performance of modern fault passage indicator concept in compensated medium-voltage networks,” in Proc. IET Conference Publications, vol. 686, 2016, pp. 538–542, doi: 10.1049/cp.2016.0733.</a:t>
            </a:r>
            <a:endParaRPr sz="1200">
              <a:latin typeface="Alexandria"/>
              <a:ea typeface="Alexandria"/>
              <a:cs typeface="Alexandria"/>
              <a:sym typeface="Alexandria"/>
            </a:endParaRPr>
          </a:p>
          <a:p>
            <a:pPr indent="0" lvl="0" marL="0" rtl="0" algn="l">
              <a:spcBef>
                <a:spcPts val="0"/>
              </a:spcBef>
              <a:spcAft>
                <a:spcPts val="0"/>
              </a:spcAft>
              <a:buNone/>
            </a:pPr>
            <a:r>
              <a:rPr lang="en" sz="1200">
                <a:latin typeface="Alexandria SemiBold"/>
                <a:ea typeface="Alexandria SemiBold"/>
                <a:cs typeface="Alexandria SemiBold"/>
                <a:sym typeface="Alexandria SemiBold"/>
              </a:rPr>
              <a:t>[11] M. Yadav, P. Verma, and D. Saini, “Fault detection in overhead lines using IoT-enabled fault passage indicator,” in Advances in Intelligent Systems and Computing, 2021, pp. 259–268, doi: 10.1007/978-981-16-1510-8_25.</a:t>
            </a:r>
            <a:endParaRPr sz="1200">
              <a:latin typeface="Alexandria SemiBold"/>
              <a:ea typeface="Alexandria SemiBold"/>
              <a:cs typeface="Alexandria SemiBold"/>
              <a:sym typeface="Alexandria SemiBold"/>
            </a:endParaRPr>
          </a:p>
          <a:p>
            <a:pPr indent="0" lvl="0" marL="0" rtl="0" algn="l">
              <a:spcBef>
                <a:spcPts val="0"/>
              </a:spcBef>
              <a:spcAft>
                <a:spcPts val="0"/>
              </a:spcAft>
              <a:buNone/>
            </a:pPr>
            <a:r>
              <a:rPr lang="en" sz="1200">
                <a:latin typeface="Alexandria SemiBold"/>
                <a:ea typeface="Alexandria SemiBold"/>
                <a:cs typeface="Alexandria SemiBold"/>
                <a:sym typeface="Alexandria SemiBold"/>
              </a:rPr>
              <a:t>[12] S. Vyavahare and A. Thosar, “Fault passage indicator for medium voltage lines using fuzzy inference system,” in Proc. Asian Conf. on Intelligent Technologies (ACOIT), 2024, pp. 1–4, doi: 10.1109/ACOIT62457.2024.10939914.</a:t>
            </a:r>
            <a:endParaRPr sz="1200">
              <a:latin typeface="Alexandria SemiBold"/>
              <a:ea typeface="Alexandria SemiBold"/>
              <a:cs typeface="Alexandria SemiBold"/>
              <a:sym typeface="Alexandria SemiBold"/>
            </a:endParaRPr>
          </a:p>
          <a:p>
            <a:pPr indent="0" lvl="0" marL="0" rtl="0" algn="l">
              <a:spcBef>
                <a:spcPts val="0"/>
              </a:spcBef>
              <a:spcAft>
                <a:spcPts val="0"/>
              </a:spcAft>
              <a:buNone/>
            </a:pPr>
            <a:r>
              <a:rPr lang="en" sz="1200">
                <a:latin typeface="Alexandria SemiBold"/>
                <a:ea typeface="Alexandria SemiBold"/>
                <a:cs typeface="Alexandria SemiBold"/>
                <a:sym typeface="Alexandria SemiBold"/>
              </a:rPr>
              <a:t>[13] A. Farughian, L. Kumpulainen, K. Kauhaniemi, and P. Hovila, “Intermittent earth fault passage indication in compensated distribution networks,” IEEE Access, vol. 9, pp. 45356–45366, 2021, doi: 10.1109/ACCESS.2021.3067497.</a:t>
            </a:r>
            <a:endParaRPr sz="1200">
              <a:latin typeface="Alexandria SemiBold"/>
              <a:ea typeface="Alexandria SemiBold"/>
              <a:cs typeface="Alexandria SemiBold"/>
              <a:sym typeface="Alexandria SemiBold"/>
            </a:endParaRPr>
          </a:p>
          <a:p>
            <a:pPr indent="0" lvl="0" marL="0" rtl="0" algn="l">
              <a:spcBef>
                <a:spcPts val="0"/>
              </a:spcBef>
              <a:spcAft>
                <a:spcPts val="0"/>
              </a:spcAft>
              <a:buNone/>
            </a:pPr>
            <a:r>
              <a:rPr lang="en" sz="1200">
                <a:latin typeface="Alexandria SemiBold"/>
                <a:ea typeface="Alexandria SemiBold"/>
                <a:cs typeface="Alexandria SemiBold"/>
                <a:sym typeface="Alexandria SemiBold"/>
              </a:rPr>
              <a:t>[14] A. Farughian, L. Kumpulainen, and K. Kauhaniemi, “Non-directional earth fault passage indication in isolated neutral distribution networks,” Energies, vol. 13, no. 18, pp. 1–18, 2020, doi: 10.3390/en13184732.</a:t>
            </a:r>
            <a:endParaRPr sz="1200">
              <a:latin typeface="Alexandria SemiBold"/>
              <a:ea typeface="Alexandria SemiBold"/>
              <a:cs typeface="Alexandria SemiBold"/>
              <a:sym typeface="Alexandria SemiBold"/>
            </a:endParaRPr>
          </a:p>
          <a:p>
            <a:pPr indent="0" lvl="0" marL="0" rtl="0" algn="l">
              <a:spcBef>
                <a:spcPts val="0"/>
              </a:spcBef>
              <a:spcAft>
                <a:spcPts val="0"/>
              </a:spcAft>
              <a:buNone/>
            </a:pPr>
            <a:r>
              <a:rPr lang="en" sz="1200">
                <a:latin typeface="Alexandria SemiBold"/>
                <a:ea typeface="Alexandria SemiBold"/>
                <a:cs typeface="Alexandria SemiBold"/>
                <a:sym typeface="Alexandria SemiBold"/>
              </a:rPr>
              <a:t>[15] S. Zubic and Z. Gajić, “Current-only fault passage indicator for high impedance grounded networks,” in Proc. 17th Int. Conf. on Developments in Power System Protection (DPSP), 2024, doi: 10.1049/icp.2024.1022.</a:t>
            </a:r>
            <a:endParaRPr sz="1200">
              <a:latin typeface="Alexandria SemiBold"/>
              <a:ea typeface="Alexandria SemiBold"/>
              <a:cs typeface="Alexandria SemiBold"/>
              <a:sym typeface="Alexandria SemiBold"/>
            </a:endParaRPr>
          </a:p>
          <a:p>
            <a:pPr indent="0" lvl="0" marL="0" rtl="0" algn="l">
              <a:spcBef>
                <a:spcPts val="0"/>
              </a:spcBef>
              <a:spcAft>
                <a:spcPts val="0"/>
              </a:spcAft>
              <a:buNone/>
            </a:pPr>
            <a:r>
              <a:rPr lang="en" sz="1200">
                <a:latin typeface="Alexandria SemiBold"/>
                <a:ea typeface="Alexandria SemiBold"/>
                <a:cs typeface="Alexandria SemiBold"/>
                <a:sym typeface="Alexandria SemiBold"/>
              </a:rPr>
              <a:t>[16] A. C., R. K., G. C., and A. V., “Advanced overhead field passage indicator for high-current power lines,” in Proc. 3rd Int. Conf. on Smart Systems for Applications in Electrical Sciences (ICSSES), 2025, pp. 1–6, doi: 10.1109/ICSSES64899.2025.11009400.</a:t>
            </a:r>
            <a:endParaRPr sz="1200">
              <a:latin typeface="Alexandria SemiBold"/>
              <a:ea typeface="Alexandria SemiBold"/>
              <a:cs typeface="Alexandria SemiBold"/>
              <a:sym typeface="Alexandria SemiBold"/>
            </a:endParaRPr>
          </a:p>
          <a:p>
            <a:pPr indent="0" lvl="0" marL="0" rtl="0" algn="l">
              <a:spcBef>
                <a:spcPts val="0"/>
              </a:spcBef>
              <a:spcAft>
                <a:spcPts val="0"/>
              </a:spcAft>
              <a:buNone/>
            </a:pPr>
            <a:r>
              <a:rPr lang="en" sz="1200">
                <a:latin typeface="Alexandria SemiBold"/>
                <a:ea typeface="Alexandria SemiBold"/>
                <a:cs typeface="Alexandria SemiBold"/>
                <a:sym typeface="Alexandria SemiBold"/>
              </a:rPr>
              <a:t>[17] T. Sangwan and D. Kumar, “Use of Python, MATLAB, and R for developing artificial neural network for identification of fault type in overhead transmission lines,” International Journal of Engineering Applied Sciences and Technology, vol. 7, no. 6, pp. 98–104, 2022, doi: 10.33564/IJEAST.2022.v07i06.015.</a:t>
            </a:r>
            <a:endParaRPr sz="1200">
              <a:latin typeface="Alexandria SemiBold"/>
              <a:ea typeface="Alexandria SemiBold"/>
              <a:cs typeface="Alexandria SemiBold"/>
              <a:sym typeface="Alexandria SemiBold"/>
            </a:endParaRPr>
          </a:p>
          <a:p>
            <a:pPr indent="0" lvl="0" marL="0" rtl="0" algn="l">
              <a:spcBef>
                <a:spcPts val="0"/>
              </a:spcBef>
              <a:spcAft>
                <a:spcPts val="0"/>
              </a:spcAft>
              <a:buNone/>
            </a:pPr>
            <a:r>
              <a:rPr lang="en" sz="1200">
                <a:latin typeface="Alexandria SemiBold"/>
                <a:ea typeface="Alexandria SemiBold"/>
                <a:cs typeface="Alexandria SemiBold"/>
                <a:sym typeface="Alexandria SemiBold"/>
              </a:rPr>
              <a:t>[18] A. Recioui, M. Merdj, and A. Kamli, “Optimal placement of fault passage indicators in distribution networks using genetic algorithms,” Algerian Journal of Signals and Systems, vol. 6, no. 4, pp. 1–10, 2021, doi: 10.51485/AJSS.v6i4.139.</a:t>
            </a:r>
            <a:endParaRPr sz="1200">
              <a:latin typeface="Alexandria SemiBold"/>
              <a:ea typeface="Alexandria SemiBold"/>
              <a:cs typeface="Alexandria SemiBold"/>
              <a:sym typeface="Alexandria SemiBo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71"/>
          <p:cNvSpPr txBox="1"/>
          <p:nvPr>
            <p:ph type="title"/>
          </p:nvPr>
        </p:nvSpPr>
        <p:spPr>
          <a:xfrm>
            <a:off x="2283042" y="2042400"/>
            <a:ext cx="4891800" cy="1058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800"/>
              <a:buNone/>
            </a:pPr>
            <a:r>
              <a:rPr lang="en">
                <a:solidFill>
                  <a:srgbClr val="000000"/>
                </a:solidFill>
              </a:rPr>
              <a:t>Thank You!</a:t>
            </a:r>
            <a:endParaRPr>
              <a:solidFill>
                <a:srgbClr val="000000"/>
              </a:solidFill>
            </a:endParaRPr>
          </a:p>
        </p:txBody>
      </p:sp>
      <p:sp>
        <p:nvSpPr>
          <p:cNvPr id="759" name="Google Shape;759;p7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Electrical Energy and Power in Physics by Slidesgo">
  <a:themeElements>
    <a:clrScheme name="Simple Light">
      <a:dk1>
        <a:srgbClr val="333333"/>
      </a:dk1>
      <a:lt1>
        <a:srgbClr val="A15315"/>
      </a:lt1>
      <a:dk2>
        <a:srgbClr val="F5F3EF"/>
      </a:dk2>
      <a:lt2>
        <a:srgbClr val="CEA634"/>
      </a:lt2>
      <a:accent1>
        <a:srgbClr val="BD6762"/>
      </a:accent1>
      <a:accent2>
        <a:srgbClr val="97453F"/>
      </a:accent2>
      <a:accent3>
        <a:srgbClr val="63AA8A"/>
      </a:accent3>
      <a:accent4>
        <a:srgbClr val="315544"/>
      </a:accent4>
      <a:accent5>
        <a:srgbClr val="4E749C"/>
      </a:accent5>
      <a:accent6>
        <a:srgbClr val="BDC1C5"/>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